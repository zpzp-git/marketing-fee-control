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</p:sldIdLst>
  <p:sldSz cx="12192000" cy="5039995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FAD2A0"/>
    <a:srgbClr val="9DC3E6"/>
    <a:srgbClr val="D75824"/>
    <a:srgbClr val="327187"/>
    <a:srgbClr val="48B8B3"/>
    <a:srgbClr val="D9B992"/>
    <a:srgbClr val="063B49"/>
    <a:srgbClr val="F1887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3338" autoAdjust="0"/>
  </p:normalViewPr>
  <p:slideViewPr>
    <p:cSldViewPr snapToGrid="0" showGuides="1">
      <p:cViewPr>
        <p:scale>
          <a:sx n="150" d="100"/>
          <a:sy n="150" d="100"/>
        </p:scale>
        <p:origin x="144" y="144"/>
      </p:cViewPr>
      <p:guideLst>
        <p:guide orient="horz" pos="15919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82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Workbook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Sheet1!$B$2:$B$9</c:f>
              <c:numCache>
                <c:formatCode>0_ </c:formatCode>
                <c:ptCount val="8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  <c:pt idx="6">
                  <c:v>400</c:v>
                </c:pt>
                <c:pt idx="7" c:formatCode="General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Sheet1!$D$2:$D$9</c:f>
              <c:numCache>
                <c:formatCode>0_ </c:formatCode>
                <c:ptCount val="8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  <c:pt idx="6" c:formatCode="#,##0_ ">
                  <c:v>400</c:v>
                </c:pt>
                <c:pt idx="7" c:formatCode="General">
                  <c:v>300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MTD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营销费用大类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4772945008622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渠道推广</c:v>
                </c:pt>
                <c:pt idx="1">
                  <c:v>市场达人推广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品牌营销</c:v>
                </c:pt>
                <c:pt idx="5">
                  <c:v>品牌项目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  <c:pt idx="5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与件单价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43651647708284"/>
          <c:y val="0.014717043573976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657925820931"/>
          <c:y val="0.230963753863445"/>
          <c:w val="0.907488778643988"/>
          <c:h val="0.4373700477662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退款后GMV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Sheet1!$A$2:$A$31</c:f>
              <c:strCache>
                <c:ptCount val="30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</c:strCache>
            </c:strRef>
          </c:cat>
          <c:val>
            <c:numRef>
              <c:f>Sheet1!$B$2:$B$31</c:f>
              <c:numCache>
                <c:formatCode>#,##0.00_ </c:formatCode>
                <c:ptCount val="30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8</c:v>
                </c:pt>
                <c:pt idx="9">
                  <c:v>9</c:v>
                </c:pt>
                <c:pt idx="10">
                  <c:v>7</c:v>
                </c:pt>
                <c:pt idx="11">
                  <c:v>8</c:v>
                </c:pt>
                <c:pt idx="12">
                  <c:v>8.8</c:v>
                </c:pt>
                <c:pt idx="13">
                  <c:v>9.6</c:v>
                </c:pt>
                <c:pt idx="14">
                  <c:v>8.7</c:v>
                </c:pt>
                <c:pt idx="15">
                  <c:v>8.6</c:v>
                </c:pt>
                <c:pt idx="16">
                  <c:v>8.1</c:v>
                </c:pt>
                <c:pt idx="17">
                  <c:v>7.8</c:v>
                </c:pt>
                <c:pt idx="18">
                  <c:v>7.9</c:v>
                </c:pt>
                <c:pt idx="19">
                  <c:v>7.7</c:v>
                </c:pt>
                <c:pt idx="20">
                  <c:v>6.8</c:v>
                </c:pt>
                <c:pt idx="21">
                  <c:v>6.6</c:v>
                </c:pt>
                <c:pt idx="22">
                  <c:v>6</c:v>
                </c:pt>
                <c:pt idx="23">
                  <c:v>8</c:v>
                </c:pt>
                <c:pt idx="24">
                  <c:v>8.8</c:v>
                </c:pt>
                <c:pt idx="25">
                  <c:v>7</c:v>
                </c:pt>
                <c:pt idx="26">
                  <c:v>6.7</c:v>
                </c:pt>
                <c:pt idx="27">
                  <c:v>5.7</c:v>
                </c:pt>
                <c:pt idx="28">
                  <c:v>5</c:v>
                </c:pt>
                <c:pt idx="29">
                  <c:v>3.52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件单价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elete val="1"/>
          </c:dLbls>
          <c:cat>
            <c:strRef>
              <c:f>Sheet1!$A$2:$A$31</c:f>
              <c:strCache>
                <c:ptCount val="30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</c:strCache>
            </c:strRef>
          </c:cat>
          <c:val>
            <c:numRef>
              <c:f>Sheet1!$C$2:$C$31</c:f>
              <c:numCache>
                <c:formatCode>#,##0.00_ </c:formatCode>
                <c:ptCount val="3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88</c:v>
                </c:pt>
                <c:pt idx="7">
                  <c:v>85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96</c:v>
                </c:pt>
                <c:pt idx="13">
                  <c:v>96</c:v>
                </c:pt>
                <c:pt idx="14">
                  <c:v>96</c:v>
                </c:pt>
                <c:pt idx="15">
                  <c:v>96</c:v>
                </c:pt>
                <c:pt idx="16">
                  <c:v>96</c:v>
                </c:pt>
                <c:pt idx="17">
                  <c:v>96</c:v>
                </c:pt>
                <c:pt idx="18">
                  <c:v>96</c:v>
                </c:pt>
                <c:pt idx="19">
                  <c:v>96</c:v>
                </c:pt>
                <c:pt idx="20">
                  <c:v>98</c:v>
                </c:pt>
                <c:pt idx="21">
                  <c:v>98</c:v>
                </c:pt>
                <c:pt idx="22">
                  <c:v>98</c:v>
                </c:pt>
                <c:pt idx="23">
                  <c:v>98</c:v>
                </c:pt>
                <c:pt idx="24">
                  <c:v>98</c:v>
                </c:pt>
                <c:pt idx="25">
                  <c:v>102</c:v>
                </c:pt>
                <c:pt idx="26">
                  <c:v>102</c:v>
                </c:pt>
                <c:pt idx="27">
                  <c:v>102</c:v>
                </c:pt>
                <c:pt idx="28">
                  <c:v>102</c:v>
                </c:pt>
                <c:pt idx="29">
                  <c:v>102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  <c:majorUnit val="3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Sheet1!$B$2:$B$32</c:f>
              <c:numCache>
                <c:formatCode>#,##0.00_ </c:formatCode>
                <c:ptCount val="31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  <c:pt idx="3">
                  <c:v>250</c:v>
                </c:pt>
                <c:pt idx="4">
                  <c:v>255</c:v>
                </c:pt>
                <c:pt idx="5">
                  <c:v>258</c:v>
                </c:pt>
                <c:pt idx="6">
                  <c:v>260</c:v>
                </c:pt>
                <c:pt idx="7">
                  <c:v>268</c:v>
                </c:pt>
                <c:pt idx="8">
                  <c:v>270</c:v>
                </c:pt>
                <c:pt idx="9">
                  <c:v>280</c:v>
                </c:pt>
                <c:pt idx="10">
                  <c:v>290</c:v>
                </c:pt>
                <c:pt idx="11">
                  <c:v>300</c:v>
                </c:pt>
                <c:pt idx="12">
                  <c:v>290</c:v>
                </c:pt>
                <c:pt idx="13">
                  <c:v>285</c:v>
                </c:pt>
                <c:pt idx="14">
                  <c:v>280</c:v>
                </c:pt>
                <c:pt idx="15">
                  <c:v>278</c:v>
                </c:pt>
                <c:pt idx="16">
                  <c:v>270</c:v>
                </c:pt>
                <c:pt idx="17">
                  <c:v>250</c:v>
                </c:pt>
                <c:pt idx="18">
                  <c:v>250</c:v>
                </c:pt>
                <c:pt idx="19">
                  <c:v>245</c:v>
                </c:pt>
                <c:pt idx="20">
                  <c:v>240</c:v>
                </c:pt>
                <c:pt idx="21">
                  <c:v>260</c:v>
                </c:pt>
                <c:pt idx="22">
                  <c:v>270</c:v>
                </c:pt>
                <c:pt idx="23">
                  <c:v>270</c:v>
                </c:pt>
                <c:pt idx="24">
                  <c:v>270</c:v>
                </c:pt>
                <c:pt idx="25">
                  <c:v>280</c:v>
                </c:pt>
                <c:pt idx="26">
                  <c:v>280</c:v>
                </c:pt>
                <c:pt idx="27">
                  <c:v>290</c:v>
                </c:pt>
                <c:pt idx="28">
                  <c:v>288</c:v>
                </c:pt>
                <c:pt idx="29">
                  <c:v>300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Sheet1!$C$2:$C$32</c:f>
              <c:numCache>
                <c:formatCode>#,##0.00_ </c:formatCode>
                <c:ptCount val="31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  <c:pt idx="3">
                  <c:v>110</c:v>
                </c:pt>
                <c:pt idx="4">
                  <c:v>105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110</c:v>
                </c:pt>
                <c:pt idx="9">
                  <c:v>110</c:v>
                </c:pt>
                <c:pt idx="10">
                  <c:v>110</c:v>
                </c:pt>
                <c:pt idx="11">
                  <c:v>120</c:v>
                </c:pt>
                <c:pt idx="12">
                  <c:v>120</c:v>
                </c:pt>
                <c:pt idx="13">
                  <c:v>110</c:v>
                </c:pt>
                <c:pt idx="14">
                  <c:v>118</c:v>
                </c:pt>
                <c:pt idx="15">
                  <c:v>110</c:v>
                </c:pt>
                <c:pt idx="16">
                  <c:v>110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98</c:v>
                </c:pt>
                <c:pt idx="21">
                  <c:v>98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120</c:v>
                </c:pt>
                <c:pt idx="26">
                  <c:v>120</c:v>
                </c:pt>
                <c:pt idx="27">
                  <c:v>120</c:v>
                </c:pt>
                <c:pt idx="28">
                  <c:v>110</c:v>
                </c:pt>
                <c:pt idx="29">
                  <c:v>150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18185296794995"/>
          <c:y val="0.89360225794490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 dirty="0"/>
              <a:t>MTD</a:t>
            </a:r>
            <a:r>
              <a:rPr lang="zh-CN" altLang="en-US" b="1" dirty="0"/>
              <a:t>渠道推广一级费用进度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38069689627322"/>
          <c:y val="0.8867247565351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MTD品牌</a:t>
            </a:r>
            <a:r>
              <a:rPr lang="en-US" altLang="zh-CN" b="1" dirty="0"/>
              <a:t>&amp;</a:t>
            </a:r>
            <a:r>
              <a:rPr lang="zh-CN" altLang="en-US" b="1" dirty="0"/>
              <a:t>媒介推广&amp;加热&amp;市场推广一级费用进度</a:t>
            </a:r>
            <a:endParaRPr lang="zh-CN" altLang="en-US" b="1" dirty="0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渠道财务净收入达成情况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当月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0041220115416323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/>
              <a:t>品类财务净收入达成情况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10506116574718"/>
          <c:y val="0.03334259516532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当月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Sheet1!$B$2:$B$9</c:f>
              <c:numCache>
                <c:formatCode>0_ </c:formatCode>
                <c:ptCount val="8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  <c:pt idx="6" c:formatCode="General">
                  <c:v>400</c:v>
                </c:pt>
                <c:pt idx="7" c:formatCode="General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Sheet1!$D$2:$D$9</c:f>
              <c:numCache>
                <c:formatCode>0_ </c:formatCode>
                <c:ptCount val="8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  <c:pt idx="6" c:formatCode="General">
                  <c:v>400</c:v>
                </c:pt>
                <c:pt idx="7" c:formatCode="General">
                  <c:v>300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品类贡献利润结构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349475383373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Sheet1!$B$2:$B$9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  <c:pt idx="6">
                  <c:v>59.049</c:v>
                </c:pt>
                <c:pt idx="7">
                  <c:v>59.049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Sheet1!$C$2:$C$9</c:f>
              <c:numCache>
                <c:formatCode>#,##0_ </c:formatCode>
                <c:ptCount val="8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Sheet1!$D$2:$D$9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  <c:pt idx="6">
                  <c:v>59.049</c:v>
                </c:pt>
                <c:pt idx="7">
                  <c:v>59.049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Sheet1!$E$2:$E$9</c:f>
              <c:numCache>
                <c:formatCode>#,##0_ </c:formatCode>
                <c:ptCount val="8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  <c:pt idx="6">
                  <c:v>70.8588</c:v>
                </c:pt>
                <c:pt idx="7">
                  <c:v>70.8588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Sheet1!$F$2:$F$9</c:f>
              <c:numCache>
                <c:formatCode>#,##0_ </c:formatCode>
                <c:ptCount val="8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  <c:pt idx="6">
                  <c:v>177.147</c:v>
                </c:pt>
                <c:pt idx="7">
                  <c:v>177.147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Sheet1!$G$2:$G$9</c:f>
              <c:numCache>
                <c:formatCode>0.00%</c:formatCode>
                <c:ptCount val="8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105794662178408"/>
          <c:y val="0.828625235404896"/>
          <c:w val="0.97775907670113"/>
          <c:h val="0.13909066451439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不含税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)&amp;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费比趋势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336434083257352"/>
          <c:y val="0.04405874499332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800686471772"/>
          <c:y val="0.227102803738318"/>
          <c:w val="0.895774647887324"/>
          <c:h val="0.5019759679572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财务净收入</c:v>
                </c:pt>
              </c:strCache>
            </c:strRef>
          </c:tx>
          <c:spPr>
            <a:solidFill>
              <a:srgbClr val="063B4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2000</c:v>
                </c:pt>
                <c:pt idx="1">
                  <c:v>2200</c:v>
                </c:pt>
                <c:pt idx="2">
                  <c:v>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800</c:v>
                </c:pt>
                <c:pt idx="1">
                  <c:v>850</c:v>
                </c:pt>
                <c:pt idx="2">
                  <c:v>1000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8"/>
        <c:axId val="767653444"/>
        <c:axId val="80723665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0.4</c:v>
                </c:pt>
                <c:pt idx="1">
                  <c:v>0.386363636363636</c:v>
                </c:pt>
                <c:pt idx="2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28903008"/>
        <c:axId val="326671954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catAx>
        <c:axId val="628903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6671954"/>
        <c:crosses val="autoZero"/>
        <c:auto val="1"/>
        <c:lblAlgn val="ctr"/>
        <c:lblOffset val="100"/>
        <c:noMultiLvlLbl val="0"/>
      </c:catAx>
      <c:valAx>
        <c:axId val="326671954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890300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86229139543141"/>
          <c:y val="0.89906542056074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渠道贡献利润结构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414043583535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#,##0_ </c:formatCode>
                <c:ptCount val="6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Sheet1!$E$2:$E$7</c:f>
              <c:numCache>
                <c:formatCode>#,##0_ </c:formatCode>
                <c:ptCount val="6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Sheet1!$F$2:$F$7</c:f>
              <c:numCache>
                <c:formatCode>#,##0_ </c:formatCode>
                <c:ptCount val="6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Sheet1!$G$2:$G$7</c:f>
              <c:numCache>
                <c:formatCode>0.00%</c:formatCode>
                <c:ptCount val="6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205578264005771"/>
          <c:y val="0.842345977939198"/>
          <c:w val="0.963452753065641"/>
          <c:h val="0.12536992198009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34264347253979"/>
          <c:y val="0.88251461274955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营销费用大类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1809354830807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渠道推广</c:v>
                </c:pt>
                <c:pt idx="1">
                  <c:v>市场达人推广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品牌营销</c:v>
                </c:pt>
                <c:pt idx="5">
                  <c:v>品牌项目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  <c:pt idx="5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渠道推广一级费用进度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品牌</a:t>
            </a:r>
            <a:r>
              <a:rPr lang="en-US" altLang="zh-CN" b="1"/>
              <a:t>&amp;</a:t>
            </a:r>
            <a:r>
              <a:rPr lang="zh-CN" altLang="en-US" b="1"/>
              <a:t>媒介推广&amp;加热&amp;市场推广一级费用进度</a:t>
            </a:r>
            <a:endParaRPr lang="zh-CN" altLang="en-US" b="1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56F95-06BF-486E-BAB4-3A20F84149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55938" y="1143000"/>
            <a:ext cx="746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6720000"/>
            <a:ext cx="9800165" cy="1889007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26165669"/>
            <a:ext cx="9800165" cy="1082078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0953071"/>
            <a:ext cx="10970280" cy="3497574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28282205"/>
            <a:ext cx="7769565" cy="56352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33917480"/>
            <a:ext cx="7769565" cy="637606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1032441"/>
            <a:ext cx="5177310" cy="3489637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1032441"/>
            <a:ext cx="5177310" cy="3489637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0503307"/>
            <a:ext cx="5342926" cy="280440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0448402"/>
            <a:ext cx="5342926" cy="2804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1429291"/>
            <a:ext cx="5233592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1429291"/>
            <a:ext cx="5227715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6720000"/>
            <a:ext cx="1044103" cy="3696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6720000"/>
            <a:ext cx="9170103" cy="36960000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3600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5688189"/>
            <a:ext cx="10973880" cy="4029354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18255118"/>
            <a:ext cx="9800165" cy="748724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26165669"/>
            <a:ext cx="9800165" cy="346582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4471181"/>
            <a:ext cx="10970280" cy="518551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0953071"/>
            <a:ext cx="10970280" cy="3497574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46405039"/>
            <a:ext cx="3960390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153.xml"/><Relationship Id="rId98" Type="http://schemas.openxmlformats.org/officeDocument/2006/relationships/tags" Target="../tags/tag152.xml"/><Relationship Id="rId97" Type="http://schemas.openxmlformats.org/officeDocument/2006/relationships/tags" Target="../tags/tag151.xml"/><Relationship Id="rId96" Type="http://schemas.openxmlformats.org/officeDocument/2006/relationships/tags" Target="../tags/tag150.xml"/><Relationship Id="rId95" Type="http://schemas.openxmlformats.org/officeDocument/2006/relationships/tags" Target="../tags/tag149.xml"/><Relationship Id="rId94" Type="http://schemas.openxmlformats.org/officeDocument/2006/relationships/tags" Target="../tags/tag148.xml"/><Relationship Id="rId93" Type="http://schemas.openxmlformats.org/officeDocument/2006/relationships/tags" Target="../tags/tag147.xml"/><Relationship Id="rId92" Type="http://schemas.openxmlformats.org/officeDocument/2006/relationships/tags" Target="../tags/tag146.xml"/><Relationship Id="rId91" Type="http://schemas.openxmlformats.org/officeDocument/2006/relationships/tags" Target="../tags/tag145.xml"/><Relationship Id="rId90" Type="http://schemas.openxmlformats.org/officeDocument/2006/relationships/tags" Target="../tags/tag144.xml"/><Relationship Id="rId9" Type="http://schemas.openxmlformats.org/officeDocument/2006/relationships/tags" Target="../tags/tag63.xml"/><Relationship Id="rId89" Type="http://schemas.openxmlformats.org/officeDocument/2006/relationships/tags" Target="../tags/tag143.xml"/><Relationship Id="rId88" Type="http://schemas.openxmlformats.org/officeDocument/2006/relationships/tags" Target="../tags/tag142.xml"/><Relationship Id="rId87" Type="http://schemas.openxmlformats.org/officeDocument/2006/relationships/tags" Target="../tags/tag141.xml"/><Relationship Id="rId86" Type="http://schemas.openxmlformats.org/officeDocument/2006/relationships/tags" Target="../tags/tag140.xml"/><Relationship Id="rId85" Type="http://schemas.openxmlformats.org/officeDocument/2006/relationships/tags" Target="../tags/tag139.xml"/><Relationship Id="rId84" Type="http://schemas.openxmlformats.org/officeDocument/2006/relationships/tags" Target="../tags/tag138.xml"/><Relationship Id="rId83" Type="http://schemas.openxmlformats.org/officeDocument/2006/relationships/tags" Target="../tags/tag137.xml"/><Relationship Id="rId82" Type="http://schemas.openxmlformats.org/officeDocument/2006/relationships/tags" Target="../tags/tag136.xml"/><Relationship Id="rId81" Type="http://schemas.openxmlformats.org/officeDocument/2006/relationships/tags" Target="../tags/tag135.xml"/><Relationship Id="rId80" Type="http://schemas.openxmlformats.org/officeDocument/2006/relationships/tags" Target="../tags/tag134.xml"/><Relationship Id="rId8" Type="http://schemas.openxmlformats.org/officeDocument/2006/relationships/chart" Target="../charts/chart8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tags" Target="../tags/tag130.xml"/><Relationship Id="rId75" Type="http://schemas.openxmlformats.org/officeDocument/2006/relationships/tags" Target="../tags/tag129.xml"/><Relationship Id="rId74" Type="http://schemas.openxmlformats.org/officeDocument/2006/relationships/tags" Target="../tags/tag128.xml"/><Relationship Id="rId73" Type="http://schemas.openxmlformats.org/officeDocument/2006/relationships/tags" Target="../tags/tag127.xml"/><Relationship Id="rId72" Type="http://schemas.openxmlformats.org/officeDocument/2006/relationships/tags" Target="../tags/tag126.xml"/><Relationship Id="rId71" Type="http://schemas.openxmlformats.org/officeDocument/2006/relationships/tags" Target="../tags/tag125.xml"/><Relationship Id="rId70" Type="http://schemas.openxmlformats.org/officeDocument/2006/relationships/tags" Target="../tags/tag124.xml"/><Relationship Id="rId7" Type="http://schemas.openxmlformats.org/officeDocument/2006/relationships/chart" Target="../charts/chart7.xml"/><Relationship Id="rId69" Type="http://schemas.openxmlformats.org/officeDocument/2006/relationships/tags" Target="../tags/tag123.xml"/><Relationship Id="rId68" Type="http://schemas.openxmlformats.org/officeDocument/2006/relationships/tags" Target="../tags/tag122.xml"/><Relationship Id="rId67" Type="http://schemas.openxmlformats.org/officeDocument/2006/relationships/tags" Target="../tags/tag121.xml"/><Relationship Id="rId66" Type="http://schemas.openxmlformats.org/officeDocument/2006/relationships/tags" Target="../tags/tag120.xml"/><Relationship Id="rId65" Type="http://schemas.openxmlformats.org/officeDocument/2006/relationships/tags" Target="../tags/tag119.xml"/><Relationship Id="rId64" Type="http://schemas.openxmlformats.org/officeDocument/2006/relationships/tags" Target="../tags/tag118.xml"/><Relationship Id="rId63" Type="http://schemas.openxmlformats.org/officeDocument/2006/relationships/tags" Target="../tags/tag117.xml"/><Relationship Id="rId62" Type="http://schemas.openxmlformats.org/officeDocument/2006/relationships/tags" Target="../tags/tag116.xml"/><Relationship Id="rId61" Type="http://schemas.openxmlformats.org/officeDocument/2006/relationships/tags" Target="../tags/tag115.xml"/><Relationship Id="rId60" Type="http://schemas.openxmlformats.org/officeDocument/2006/relationships/tags" Target="../tags/tag114.xml"/><Relationship Id="rId6" Type="http://schemas.openxmlformats.org/officeDocument/2006/relationships/chart" Target="../charts/chart6.xml"/><Relationship Id="rId59" Type="http://schemas.openxmlformats.org/officeDocument/2006/relationships/tags" Target="../tags/tag113.xml"/><Relationship Id="rId58" Type="http://schemas.openxmlformats.org/officeDocument/2006/relationships/tags" Target="../tags/tag112.xml"/><Relationship Id="rId57" Type="http://schemas.openxmlformats.org/officeDocument/2006/relationships/tags" Target="../tags/tag111.xml"/><Relationship Id="rId56" Type="http://schemas.openxmlformats.org/officeDocument/2006/relationships/tags" Target="../tags/tag11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chart" Target="../charts/chart5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chart" Target="../charts/chart4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chart" Target="../charts/chart3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1" Type="http://schemas.openxmlformats.org/officeDocument/2006/relationships/slideLayout" Target="../slideLayouts/slideLayout1.xml"/><Relationship Id="rId210" Type="http://schemas.openxmlformats.org/officeDocument/2006/relationships/tags" Target="../tags/tag264.xml"/><Relationship Id="rId21" Type="http://schemas.openxmlformats.org/officeDocument/2006/relationships/tags" Target="../tags/tag75.xml"/><Relationship Id="rId209" Type="http://schemas.openxmlformats.org/officeDocument/2006/relationships/tags" Target="../tags/tag263.xml"/><Relationship Id="rId208" Type="http://schemas.openxmlformats.org/officeDocument/2006/relationships/tags" Target="../tags/tag262.xml"/><Relationship Id="rId207" Type="http://schemas.openxmlformats.org/officeDocument/2006/relationships/tags" Target="../tags/tag261.xml"/><Relationship Id="rId206" Type="http://schemas.openxmlformats.org/officeDocument/2006/relationships/tags" Target="../tags/tag260.xml"/><Relationship Id="rId205" Type="http://schemas.openxmlformats.org/officeDocument/2006/relationships/tags" Target="../tags/tag259.xml"/><Relationship Id="rId204" Type="http://schemas.openxmlformats.org/officeDocument/2006/relationships/tags" Target="../tags/tag258.xml"/><Relationship Id="rId203" Type="http://schemas.openxmlformats.org/officeDocument/2006/relationships/tags" Target="../tags/tag257.xml"/><Relationship Id="rId202" Type="http://schemas.openxmlformats.org/officeDocument/2006/relationships/tags" Target="../tags/tag256.xml"/><Relationship Id="rId201" Type="http://schemas.openxmlformats.org/officeDocument/2006/relationships/tags" Target="../tags/tag255.xml"/><Relationship Id="rId200" Type="http://schemas.openxmlformats.org/officeDocument/2006/relationships/tags" Target="../tags/tag254.xml"/><Relationship Id="rId20" Type="http://schemas.openxmlformats.org/officeDocument/2006/relationships/tags" Target="../tags/tag74.xml"/><Relationship Id="rId2" Type="http://schemas.openxmlformats.org/officeDocument/2006/relationships/chart" Target="../charts/chart2.xml"/><Relationship Id="rId199" Type="http://schemas.openxmlformats.org/officeDocument/2006/relationships/tags" Target="../tags/tag253.xml"/><Relationship Id="rId198" Type="http://schemas.openxmlformats.org/officeDocument/2006/relationships/tags" Target="../tags/tag252.xml"/><Relationship Id="rId197" Type="http://schemas.openxmlformats.org/officeDocument/2006/relationships/tags" Target="../tags/tag251.xml"/><Relationship Id="rId196" Type="http://schemas.openxmlformats.org/officeDocument/2006/relationships/tags" Target="../tags/tag250.xml"/><Relationship Id="rId195" Type="http://schemas.openxmlformats.org/officeDocument/2006/relationships/tags" Target="../tags/tag249.xml"/><Relationship Id="rId194" Type="http://schemas.openxmlformats.org/officeDocument/2006/relationships/tags" Target="../tags/tag248.xml"/><Relationship Id="rId193" Type="http://schemas.openxmlformats.org/officeDocument/2006/relationships/tags" Target="../tags/tag247.xml"/><Relationship Id="rId192" Type="http://schemas.openxmlformats.org/officeDocument/2006/relationships/tags" Target="../tags/tag246.xml"/><Relationship Id="rId191" Type="http://schemas.openxmlformats.org/officeDocument/2006/relationships/tags" Target="../tags/tag245.xml"/><Relationship Id="rId190" Type="http://schemas.openxmlformats.org/officeDocument/2006/relationships/tags" Target="../tags/tag244.xml"/><Relationship Id="rId19" Type="http://schemas.openxmlformats.org/officeDocument/2006/relationships/tags" Target="../tags/tag73.xml"/><Relationship Id="rId189" Type="http://schemas.openxmlformats.org/officeDocument/2006/relationships/tags" Target="../tags/tag243.xml"/><Relationship Id="rId188" Type="http://schemas.openxmlformats.org/officeDocument/2006/relationships/tags" Target="../tags/tag242.xml"/><Relationship Id="rId187" Type="http://schemas.openxmlformats.org/officeDocument/2006/relationships/tags" Target="../tags/tag241.xml"/><Relationship Id="rId186" Type="http://schemas.openxmlformats.org/officeDocument/2006/relationships/tags" Target="../tags/tag240.xml"/><Relationship Id="rId185" Type="http://schemas.openxmlformats.org/officeDocument/2006/relationships/tags" Target="../tags/tag239.xml"/><Relationship Id="rId184" Type="http://schemas.openxmlformats.org/officeDocument/2006/relationships/tags" Target="../tags/tag238.xml"/><Relationship Id="rId183" Type="http://schemas.openxmlformats.org/officeDocument/2006/relationships/tags" Target="../tags/tag237.xml"/><Relationship Id="rId182" Type="http://schemas.openxmlformats.org/officeDocument/2006/relationships/tags" Target="../tags/tag236.xml"/><Relationship Id="rId181" Type="http://schemas.openxmlformats.org/officeDocument/2006/relationships/tags" Target="../tags/tag235.xml"/><Relationship Id="rId180" Type="http://schemas.openxmlformats.org/officeDocument/2006/relationships/tags" Target="../tags/tag234.xml"/><Relationship Id="rId18" Type="http://schemas.openxmlformats.org/officeDocument/2006/relationships/tags" Target="../tags/tag72.xml"/><Relationship Id="rId179" Type="http://schemas.openxmlformats.org/officeDocument/2006/relationships/tags" Target="../tags/tag233.xml"/><Relationship Id="rId178" Type="http://schemas.openxmlformats.org/officeDocument/2006/relationships/tags" Target="../tags/tag232.xml"/><Relationship Id="rId177" Type="http://schemas.openxmlformats.org/officeDocument/2006/relationships/tags" Target="../tags/tag231.xml"/><Relationship Id="rId176" Type="http://schemas.openxmlformats.org/officeDocument/2006/relationships/tags" Target="../tags/tag230.xml"/><Relationship Id="rId175" Type="http://schemas.openxmlformats.org/officeDocument/2006/relationships/tags" Target="../tags/tag229.xml"/><Relationship Id="rId174" Type="http://schemas.openxmlformats.org/officeDocument/2006/relationships/tags" Target="../tags/tag228.xml"/><Relationship Id="rId173" Type="http://schemas.openxmlformats.org/officeDocument/2006/relationships/tags" Target="../tags/tag227.xml"/><Relationship Id="rId172" Type="http://schemas.openxmlformats.org/officeDocument/2006/relationships/tags" Target="../tags/tag226.xml"/><Relationship Id="rId171" Type="http://schemas.openxmlformats.org/officeDocument/2006/relationships/tags" Target="../tags/tag225.xml"/><Relationship Id="rId170" Type="http://schemas.openxmlformats.org/officeDocument/2006/relationships/tags" Target="../tags/tag224.xml"/><Relationship Id="rId17" Type="http://schemas.openxmlformats.org/officeDocument/2006/relationships/tags" Target="../tags/tag71.xml"/><Relationship Id="rId169" Type="http://schemas.openxmlformats.org/officeDocument/2006/relationships/tags" Target="../tags/tag223.xml"/><Relationship Id="rId168" Type="http://schemas.openxmlformats.org/officeDocument/2006/relationships/tags" Target="../tags/tag222.xml"/><Relationship Id="rId167" Type="http://schemas.openxmlformats.org/officeDocument/2006/relationships/tags" Target="../tags/tag221.xml"/><Relationship Id="rId166" Type="http://schemas.openxmlformats.org/officeDocument/2006/relationships/tags" Target="../tags/tag220.xml"/><Relationship Id="rId165" Type="http://schemas.openxmlformats.org/officeDocument/2006/relationships/tags" Target="../tags/tag219.xml"/><Relationship Id="rId164" Type="http://schemas.openxmlformats.org/officeDocument/2006/relationships/tags" Target="../tags/tag218.xml"/><Relationship Id="rId163" Type="http://schemas.openxmlformats.org/officeDocument/2006/relationships/tags" Target="../tags/tag217.xml"/><Relationship Id="rId162" Type="http://schemas.openxmlformats.org/officeDocument/2006/relationships/tags" Target="../tags/tag216.xml"/><Relationship Id="rId161" Type="http://schemas.openxmlformats.org/officeDocument/2006/relationships/tags" Target="../tags/tag215.xml"/><Relationship Id="rId160" Type="http://schemas.openxmlformats.org/officeDocument/2006/relationships/tags" Target="../tags/tag214.xml"/><Relationship Id="rId16" Type="http://schemas.openxmlformats.org/officeDocument/2006/relationships/tags" Target="../tags/tag70.xml"/><Relationship Id="rId159" Type="http://schemas.openxmlformats.org/officeDocument/2006/relationships/tags" Target="../tags/tag213.xml"/><Relationship Id="rId158" Type="http://schemas.openxmlformats.org/officeDocument/2006/relationships/tags" Target="../tags/tag212.xml"/><Relationship Id="rId157" Type="http://schemas.openxmlformats.org/officeDocument/2006/relationships/tags" Target="../tags/tag211.xml"/><Relationship Id="rId156" Type="http://schemas.openxmlformats.org/officeDocument/2006/relationships/tags" Target="../tags/tag210.xml"/><Relationship Id="rId155" Type="http://schemas.openxmlformats.org/officeDocument/2006/relationships/tags" Target="../tags/tag209.xml"/><Relationship Id="rId154" Type="http://schemas.openxmlformats.org/officeDocument/2006/relationships/tags" Target="../tags/tag208.xml"/><Relationship Id="rId153" Type="http://schemas.openxmlformats.org/officeDocument/2006/relationships/tags" Target="../tags/tag207.xml"/><Relationship Id="rId152" Type="http://schemas.openxmlformats.org/officeDocument/2006/relationships/tags" Target="../tags/tag206.xml"/><Relationship Id="rId151" Type="http://schemas.openxmlformats.org/officeDocument/2006/relationships/tags" Target="../tags/tag205.xml"/><Relationship Id="rId150" Type="http://schemas.openxmlformats.org/officeDocument/2006/relationships/tags" Target="../tags/tag204.xml"/><Relationship Id="rId15" Type="http://schemas.openxmlformats.org/officeDocument/2006/relationships/tags" Target="../tags/tag69.xml"/><Relationship Id="rId149" Type="http://schemas.openxmlformats.org/officeDocument/2006/relationships/tags" Target="../tags/tag203.xml"/><Relationship Id="rId148" Type="http://schemas.openxmlformats.org/officeDocument/2006/relationships/tags" Target="../tags/tag202.xml"/><Relationship Id="rId147" Type="http://schemas.openxmlformats.org/officeDocument/2006/relationships/tags" Target="../tags/tag201.xml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tags" Target="../tags/tag198.xml"/><Relationship Id="rId143" Type="http://schemas.openxmlformats.org/officeDocument/2006/relationships/tags" Target="../tags/tag197.xml"/><Relationship Id="rId142" Type="http://schemas.openxmlformats.org/officeDocument/2006/relationships/tags" Target="../tags/tag196.xml"/><Relationship Id="rId141" Type="http://schemas.openxmlformats.org/officeDocument/2006/relationships/tags" Target="../tags/tag195.xml"/><Relationship Id="rId140" Type="http://schemas.openxmlformats.org/officeDocument/2006/relationships/tags" Target="../tags/tag194.xml"/><Relationship Id="rId14" Type="http://schemas.openxmlformats.org/officeDocument/2006/relationships/tags" Target="../tags/tag68.xml"/><Relationship Id="rId139" Type="http://schemas.openxmlformats.org/officeDocument/2006/relationships/tags" Target="../tags/tag193.xml"/><Relationship Id="rId138" Type="http://schemas.openxmlformats.org/officeDocument/2006/relationships/tags" Target="../tags/tag192.xml"/><Relationship Id="rId137" Type="http://schemas.openxmlformats.org/officeDocument/2006/relationships/tags" Target="../tags/tag191.xml"/><Relationship Id="rId136" Type="http://schemas.openxmlformats.org/officeDocument/2006/relationships/tags" Target="../tags/tag190.xml"/><Relationship Id="rId135" Type="http://schemas.openxmlformats.org/officeDocument/2006/relationships/tags" Target="../tags/tag189.xml"/><Relationship Id="rId134" Type="http://schemas.openxmlformats.org/officeDocument/2006/relationships/tags" Target="../tags/tag188.xml"/><Relationship Id="rId133" Type="http://schemas.openxmlformats.org/officeDocument/2006/relationships/tags" Target="../tags/tag187.xml"/><Relationship Id="rId132" Type="http://schemas.openxmlformats.org/officeDocument/2006/relationships/tags" Target="../tags/tag186.xml"/><Relationship Id="rId131" Type="http://schemas.openxmlformats.org/officeDocument/2006/relationships/tags" Target="../tags/tag185.xml"/><Relationship Id="rId130" Type="http://schemas.openxmlformats.org/officeDocument/2006/relationships/tags" Target="../tags/tag184.xml"/><Relationship Id="rId13" Type="http://schemas.openxmlformats.org/officeDocument/2006/relationships/tags" Target="../tags/tag67.xml"/><Relationship Id="rId129" Type="http://schemas.openxmlformats.org/officeDocument/2006/relationships/tags" Target="../tags/tag183.xml"/><Relationship Id="rId128" Type="http://schemas.openxmlformats.org/officeDocument/2006/relationships/tags" Target="../tags/tag182.xml"/><Relationship Id="rId127" Type="http://schemas.openxmlformats.org/officeDocument/2006/relationships/tags" Target="../tags/tag181.xml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66.xml"/><Relationship Id="rId119" Type="http://schemas.openxmlformats.org/officeDocument/2006/relationships/tags" Target="../tags/tag173.xml"/><Relationship Id="rId118" Type="http://schemas.openxmlformats.org/officeDocument/2006/relationships/tags" Target="../tags/tag172.xml"/><Relationship Id="rId117" Type="http://schemas.openxmlformats.org/officeDocument/2006/relationships/tags" Target="../tags/tag171.xml"/><Relationship Id="rId116" Type="http://schemas.openxmlformats.org/officeDocument/2006/relationships/tags" Target="../tags/tag170.xml"/><Relationship Id="rId115" Type="http://schemas.openxmlformats.org/officeDocument/2006/relationships/tags" Target="../tags/tag169.xml"/><Relationship Id="rId114" Type="http://schemas.openxmlformats.org/officeDocument/2006/relationships/tags" Target="../tags/tag168.xml"/><Relationship Id="rId113" Type="http://schemas.openxmlformats.org/officeDocument/2006/relationships/tags" Target="../tags/tag167.xml"/><Relationship Id="rId112" Type="http://schemas.openxmlformats.org/officeDocument/2006/relationships/tags" Target="../tags/tag166.xml"/><Relationship Id="rId111" Type="http://schemas.openxmlformats.org/officeDocument/2006/relationships/tags" Target="../tags/tag165.xml"/><Relationship Id="rId110" Type="http://schemas.openxmlformats.org/officeDocument/2006/relationships/tags" Target="../tags/tag164.xml"/><Relationship Id="rId11" Type="http://schemas.openxmlformats.org/officeDocument/2006/relationships/tags" Target="../tags/tag65.xml"/><Relationship Id="rId109" Type="http://schemas.openxmlformats.org/officeDocument/2006/relationships/tags" Target="../tags/tag163.xml"/><Relationship Id="rId108" Type="http://schemas.openxmlformats.org/officeDocument/2006/relationships/tags" Target="../tags/tag162.xml"/><Relationship Id="rId107" Type="http://schemas.openxmlformats.org/officeDocument/2006/relationships/tags" Target="../tags/tag161.xml"/><Relationship Id="rId106" Type="http://schemas.openxmlformats.org/officeDocument/2006/relationships/tags" Target="../tags/tag160.xml"/><Relationship Id="rId105" Type="http://schemas.openxmlformats.org/officeDocument/2006/relationships/tags" Target="../tags/tag159.xml"/><Relationship Id="rId104" Type="http://schemas.openxmlformats.org/officeDocument/2006/relationships/tags" Target="../tags/tag158.xml"/><Relationship Id="rId103" Type="http://schemas.openxmlformats.org/officeDocument/2006/relationships/tags" Target="../tags/tag157.xml"/><Relationship Id="rId102" Type="http://schemas.openxmlformats.org/officeDocument/2006/relationships/tags" Target="../tags/tag156.xml"/><Relationship Id="rId101" Type="http://schemas.openxmlformats.org/officeDocument/2006/relationships/tags" Target="../tags/tag155.xml"/><Relationship Id="rId100" Type="http://schemas.openxmlformats.org/officeDocument/2006/relationships/tags" Target="../tags/tag154.xml"/><Relationship Id="rId10" Type="http://schemas.openxmlformats.org/officeDocument/2006/relationships/tags" Target="../tags/tag64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353.xml"/><Relationship Id="rId98" Type="http://schemas.openxmlformats.org/officeDocument/2006/relationships/tags" Target="../tags/tag352.xml"/><Relationship Id="rId97" Type="http://schemas.openxmlformats.org/officeDocument/2006/relationships/tags" Target="../tags/tag351.xml"/><Relationship Id="rId96" Type="http://schemas.openxmlformats.org/officeDocument/2006/relationships/tags" Target="../tags/tag350.xml"/><Relationship Id="rId95" Type="http://schemas.openxmlformats.org/officeDocument/2006/relationships/tags" Target="../tags/tag349.xml"/><Relationship Id="rId94" Type="http://schemas.openxmlformats.org/officeDocument/2006/relationships/tags" Target="../tags/tag348.xml"/><Relationship Id="rId93" Type="http://schemas.openxmlformats.org/officeDocument/2006/relationships/tags" Target="../tags/tag347.xml"/><Relationship Id="rId92" Type="http://schemas.openxmlformats.org/officeDocument/2006/relationships/tags" Target="../tags/tag346.xml"/><Relationship Id="rId91" Type="http://schemas.openxmlformats.org/officeDocument/2006/relationships/tags" Target="../tags/tag345.xml"/><Relationship Id="rId90" Type="http://schemas.openxmlformats.org/officeDocument/2006/relationships/tags" Target="../tags/tag344.xml"/><Relationship Id="rId9" Type="http://schemas.openxmlformats.org/officeDocument/2006/relationships/chart" Target="../charts/chart17.xml"/><Relationship Id="rId89" Type="http://schemas.openxmlformats.org/officeDocument/2006/relationships/tags" Target="../tags/tag343.xml"/><Relationship Id="rId88" Type="http://schemas.openxmlformats.org/officeDocument/2006/relationships/tags" Target="../tags/tag342.xml"/><Relationship Id="rId87" Type="http://schemas.openxmlformats.org/officeDocument/2006/relationships/tags" Target="../tags/tag341.xml"/><Relationship Id="rId86" Type="http://schemas.openxmlformats.org/officeDocument/2006/relationships/tags" Target="../tags/tag340.xml"/><Relationship Id="rId85" Type="http://schemas.openxmlformats.org/officeDocument/2006/relationships/tags" Target="../tags/tag339.xml"/><Relationship Id="rId84" Type="http://schemas.openxmlformats.org/officeDocument/2006/relationships/tags" Target="../tags/tag338.xml"/><Relationship Id="rId83" Type="http://schemas.openxmlformats.org/officeDocument/2006/relationships/tags" Target="../tags/tag337.xml"/><Relationship Id="rId82" Type="http://schemas.openxmlformats.org/officeDocument/2006/relationships/tags" Target="../tags/tag336.xml"/><Relationship Id="rId81" Type="http://schemas.openxmlformats.org/officeDocument/2006/relationships/tags" Target="../tags/tag335.xml"/><Relationship Id="rId80" Type="http://schemas.openxmlformats.org/officeDocument/2006/relationships/tags" Target="../tags/tag334.xml"/><Relationship Id="rId8" Type="http://schemas.openxmlformats.org/officeDocument/2006/relationships/chart" Target="../charts/chart16.xml"/><Relationship Id="rId79" Type="http://schemas.openxmlformats.org/officeDocument/2006/relationships/tags" Target="../tags/tag333.xml"/><Relationship Id="rId78" Type="http://schemas.openxmlformats.org/officeDocument/2006/relationships/tags" Target="../tags/tag332.xml"/><Relationship Id="rId77" Type="http://schemas.openxmlformats.org/officeDocument/2006/relationships/tags" Target="../tags/tag331.xml"/><Relationship Id="rId76" Type="http://schemas.openxmlformats.org/officeDocument/2006/relationships/tags" Target="../tags/tag330.xml"/><Relationship Id="rId75" Type="http://schemas.openxmlformats.org/officeDocument/2006/relationships/tags" Target="../tags/tag329.xml"/><Relationship Id="rId74" Type="http://schemas.openxmlformats.org/officeDocument/2006/relationships/tags" Target="../tags/tag328.xml"/><Relationship Id="rId73" Type="http://schemas.openxmlformats.org/officeDocument/2006/relationships/tags" Target="../tags/tag327.xml"/><Relationship Id="rId72" Type="http://schemas.openxmlformats.org/officeDocument/2006/relationships/tags" Target="../tags/tag326.xml"/><Relationship Id="rId71" Type="http://schemas.openxmlformats.org/officeDocument/2006/relationships/tags" Target="../tags/tag325.xml"/><Relationship Id="rId70" Type="http://schemas.openxmlformats.org/officeDocument/2006/relationships/tags" Target="../tags/tag324.xml"/><Relationship Id="rId7" Type="http://schemas.openxmlformats.org/officeDocument/2006/relationships/chart" Target="../charts/chart15.xml"/><Relationship Id="rId69" Type="http://schemas.openxmlformats.org/officeDocument/2006/relationships/tags" Target="../tags/tag323.xml"/><Relationship Id="rId68" Type="http://schemas.openxmlformats.org/officeDocument/2006/relationships/tags" Target="../tags/tag322.xml"/><Relationship Id="rId67" Type="http://schemas.openxmlformats.org/officeDocument/2006/relationships/tags" Target="../tags/tag321.xml"/><Relationship Id="rId66" Type="http://schemas.openxmlformats.org/officeDocument/2006/relationships/tags" Target="../tags/tag320.xml"/><Relationship Id="rId65" Type="http://schemas.openxmlformats.org/officeDocument/2006/relationships/tags" Target="../tags/tag319.xml"/><Relationship Id="rId64" Type="http://schemas.openxmlformats.org/officeDocument/2006/relationships/tags" Target="../tags/tag318.xml"/><Relationship Id="rId63" Type="http://schemas.openxmlformats.org/officeDocument/2006/relationships/tags" Target="../tags/tag317.xml"/><Relationship Id="rId62" Type="http://schemas.openxmlformats.org/officeDocument/2006/relationships/tags" Target="../tags/tag316.xml"/><Relationship Id="rId61" Type="http://schemas.openxmlformats.org/officeDocument/2006/relationships/tags" Target="../tags/tag315.xml"/><Relationship Id="rId60" Type="http://schemas.openxmlformats.org/officeDocument/2006/relationships/tags" Target="../tags/tag314.xml"/><Relationship Id="rId6" Type="http://schemas.openxmlformats.org/officeDocument/2006/relationships/chart" Target="../charts/chart14.xml"/><Relationship Id="rId59" Type="http://schemas.openxmlformats.org/officeDocument/2006/relationships/tags" Target="../tags/tag313.xml"/><Relationship Id="rId58" Type="http://schemas.openxmlformats.org/officeDocument/2006/relationships/tags" Target="../tags/tag312.xml"/><Relationship Id="rId57" Type="http://schemas.openxmlformats.org/officeDocument/2006/relationships/tags" Target="../tags/tag311.xml"/><Relationship Id="rId56" Type="http://schemas.openxmlformats.org/officeDocument/2006/relationships/tags" Target="../tags/tag310.xml"/><Relationship Id="rId55" Type="http://schemas.openxmlformats.org/officeDocument/2006/relationships/tags" Target="../tags/tag309.xml"/><Relationship Id="rId54" Type="http://schemas.openxmlformats.org/officeDocument/2006/relationships/tags" Target="../tags/tag308.xml"/><Relationship Id="rId53" Type="http://schemas.openxmlformats.org/officeDocument/2006/relationships/tags" Target="../tags/tag307.xml"/><Relationship Id="rId52" Type="http://schemas.openxmlformats.org/officeDocument/2006/relationships/tags" Target="../tags/tag306.xml"/><Relationship Id="rId51" Type="http://schemas.openxmlformats.org/officeDocument/2006/relationships/tags" Target="../tags/tag305.xml"/><Relationship Id="rId50" Type="http://schemas.openxmlformats.org/officeDocument/2006/relationships/tags" Target="../tags/tag304.xml"/><Relationship Id="rId5" Type="http://schemas.openxmlformats.org/officeDocument/2006/relationships/chart" Target="../charts/chart13.xml"/><Relationship Id="rId49" Type="http://schemas.openxmlformats.org/officeDocument/2006/relationships/tags" Target="../tags/tag303.xml"/><Relationship Id="rId48" Type="http://schemas.openxmlformats.org/officeDocument/2006/relationships/tags" Target="../tags/tag302.xml"/><Relationship Id="rId47" Type="http://schemas.openxmlformats.org/officeDocument/2006/relationships/tags" Target="../tags/tag301.xml"/><Relationship Id="rId46" Type="http://schemas.openxmlformats.org/officeDocument/2006/relationships/tags" Target="../tags/tag300.xml"/><Relationship Id="rId45" Type="http://schemas.openxmlformats.org/officeDocument/2006/relationships/tags" Target="../tags/tag299.xml"/><Relationship Id="rId44" Type="http://schemas.openxmlformats.org/officeDocument/2006/relationships/tags" Target="../tags/tag298.xml"/><Relationship Id="rId43" Type="http://schemas.openxmlformats.org/officeDocument/2006/relationships/tags" Target="../tags/tag297.xml"/><Relationship Id="rId42" Type="http://schemas.openxmlformats.org/officeDocument/2006/relationships/tags" Target="../tags/tag296.xml"/><Relationship Id="rId41" Type="http://schemas.openxmlformats.org/officeDocument/2006/relationships/tags" Target="../tags/tag295.xml"/><Relationship Id="rId40" Type="http://schemas.openxmlformats.org/officeDocument/2006/relationships/tags" Target="../tags/tag294.xml"/><Relationship Id="rId4" Type="http://schemas.openxmlformats.org/officeDocument/2006/relationships/chart" Target="../charts/chart12.xml"/><Relationship Id="rId39" Type="http://schemas.openxmlformats.org/officeDocument/2006/relationships/tags" Target="../tags/tag293.xml"/><Relationship Id="rId38" Type="http://schemas.openxmlformats.org/officeDocument/2006/relationships/tags" Target="../tags/tag292.xml"/><Relationship Id="rId37" Type="http://schemas.openxmlformats.org/officeDocument/2006/relationships/tags" Target="../tags/tag291.xml"/><Relationship Id="rId36" Type="http://schemas.openxmlformats.org/officeDocument/2006/relationships/tags" Target="../tags/tag290.xml"/><Relationship Id="rId35" Type="http://schemas.openxmlformats.org/officeDocument/2006/relationships/tags" Target="../tags/tag289.xml"/><Relationship Id="rId34" Type="http://schemas.openxmlformats.org/officeDocument/2006/relationships/tags" Target="../tags/tag288.xml"/><Relationship Id="rId33" Type="http://schemas.openxmlformats.org/officeDocument/2006/relationships/tags" Target="../tags/tag287.xml"/><Relationship Id="rId32" Type="http://schemas.openxmlformats.org/officeDocument/2006/relationships/tags" Target="../tags/tag286.xml"/><Relationship Id="rId31" Type="http://schemas.openxmlformats.org/officeDocument/2006/relationships/tags" Target="../tags/tag285.xml"/><Relationship Id="rId30" Type="http://schemas.openxmlformats.org/officeDocument/2006/relationships/tags" Target="../tags/tag284.xml"/><Relationship Id="rId3" Type="http://schemas.openxmlformats.org/officeDocument/2006/relationships/chart" Target="../charts/chart11.xml"/><Relationship Id="rId29" Type="http://schemas.openxmlformats.org/officeDocument/2006/relationships/tags" Target="../tags/tag283.xml"/><Relationship Id="rId28" Type="http://schemas.openxmlformats.org/officeDocument/2006/relationships/tags" Target="../tags/tag282.xml"/><Relationship Id="rId27" Type="http://schemas.openxmlformats.org/officeDocument/2006/relationships/tags" Target="../tags/tag281.xml"/><Relationship Id="rId26" Type="http://schemas.openxmlformats.org/officeDocument/2006/relationships/tags" Target="../tags/tag280.xml"/><Relationship Id="rId25" Type="http://schemas.openxmlformats.org/officeDocument/2006/relationships/tags" Target="../tags/tag279.xml"/><Relationship Id="rId24" Type="http://schemas.openxmlformats.org/officeDocument/2006/relationships/tags" Target="../tags/tag278.xml"/><Relationship Id="rId23" Type="http://schemas.openxmlformats.org/officeDocument/2006/relationships/tags" Target="../tags/tag277.xml"/><Relationship Id="rId22" Type="http://schemas.openxmlformats.org/officeDocument/2006/relationships/tags" Target="../tags/tag276.xml"/><Relationship Id="rId217" Type="http://schemas.openxmlformats.org/officeDocument/2006/relationships/notesSlide" Target="../notesSlides/notesSlide1.xml"/><Relationship Id="rId216" Type="http://schemas.openxmlformats.org/officeDocument/2006/relationships/slideLayout" Target="../slideLayouts/slideLayout1.xml"/><Relationship Id="rId215" Type="http://schemas.openxmlformats.org/officeDocument/2006/relationships/tags" Target="../tags/tag469.xml"/><Relationship Id="rId214" Type="http://schemas.openxmlformats.org/officeDocument/2006/relationships/tags" Target="../tags/tag468.xml"/><Relationship Id="rId213" Type="http://schemas.openxmlformats.org/officeDocument/2006/relationships/tags" Target="../tags/tag467.xml"/><Relationship Id="rId212" Type="http://schemas.openxmlformats.org/officeDocument/2006/relationships/tags" Target="../tags/tag466.xml"/><Relationship Id="rId211" Type="http://schemas.openxmlformats.org/officeDocument/2006/relationships/tags" Target="../tags/tag465.xml"/><Relationship Id="rId210" Type="http://schemas.openxmlformats.org/officeDocument/2006/relationships/tags" Target="../tags/tag464.xml"/><Relationship Id="rId21" Type="http://schemas.openxmlformats.org/officeDocument/2006/relationships/tags" Target="../tags/tag275.xml"/><Relationship Id="rId209" Type="http://schemas.openxmlformats.org/officeDocument/2006/relationships/tags" Target="../tags/tag463.xml"/><Relationship Id="rId208" Type="http://schemas.openxmlformats.org/officeDocument/2006/relationships/tags" Target="../tags/tag462.xml"/><Relationship Id="rId207" Type="http://schemas.openxmlformats.org/officeDocument/2006/relationships/tags" Target="../tags/tag461.xml"/><Relationship Id="rId206" Type="http://schemas.openxmlformats.org/officeDocument/2006/relationships/tags" Target="../tags/tag460.xml"/><Relationship Id="rId205" Type="http://schemas.openxmlformats.org/officeDocument/2006/relationships/tags" Target="../tags/tag459.xml"/><Relationship Id="rId204" Type="http://schemas.openxmlformats.org/officeDocument/2006/relationships/tags" Target="../tags/tag458.xml"/><Relationship Id="rId203" Type="http://schemas.openxmlformats.org/officeDocument/2006/relationships/tags" Target="../tags/tag457.xml"/><Relationship Id="rId202" Type="http://schemas.openxmlformats.org/officeDocument/2006/relationships/tags" Target="../tags/tag456.xml"/><Relationship Id="rId201" Type="http://schemas.openxmlformats.org/officeDocument/2006/relationships/tags" Target="../tags/tag455.xml"/><Relationship Id="rId200" Type="http://schemas.openxmlformats.org/officeDocument/2006/relationships/tags" Target="../tags/tag454.xml"/><Relationship Id="rId20" Type="http://schemas.openxmlformats.org/officeDocument/2006/relationships/tags" Target="../tags/tag274.xml"/><Relationship Id="rId2" Type="http://schemas.openxmlformats.org/officeDocument/2006/relationships/chart" Target="../charts/chart10.xml"/><Relationship Id="rId199" Type="http://schemas.openxmlformats.org/officeDocument/2006/relationships/tags" Target="../tags/tag453.xml"/><Relationship Id="rId198" Type="http://schemas.openxmlformats.org/officeDocument/2006/relationships/tags" Target="../tags/tag452.xml"/><Relationship Id="rId197" Type="http://schemas.openxmlformats.org/officeDocument/2006/relationships/tags" Target="../tags/tag451.xml"/><Relationship Id="rId196" Type="http://schemas.openxmlformats.org/officeDocument/2006/relationships/tags" Target="../tags/tag450.xml"/><Relationship Id="rId195" Type="http://schemas.openxmlformats.org/officeDocument/2006/relationships/tags" Target="../tags/tag449.xml"/><Relationship Id="rId194" Type="http://schemas.openxmlformats.org/officeDocument/2006/relationships/tags" Target="../tags/tag448.xml"/><Relationship Id="rId193" Type="http://schemas.openxmlformats.org/officeDocument/2006/relationships/tags" Target="../tags/tag447.xml"/><Relationship Id="rId192" Type="http://schemas.openxmlformats.org/officeDocument/2006/relationships/tags" Target="../tags/tag446.xml"/><Relationship Id="rId191" Type="http://schemas.openxmlformats.org/officeDocument/2006/relationships/tags" Target="../tags/tag445.xml"/><Relationship Id="rId190" Type="http://schemas.openxmlformats.org/officeDocument/2006/relationships/tags" Target="../tags/tag444.xml"/><Relationship Id="rId19" Type="http://schemas.openxmlformats.org/officeDocument/2006/relationships/tags" Target="../tags/tag273.xml"/><Relationship Id="rId189" Type="http://schemas.openxmlformats.org/officeDocument/2006/relationships/tags" Target="../tags/tag443.xml"/><Relationship Id="rId188" Type="http://schemas.openxmlformats.org/officeDocument/2006/relationships/tags" Target="../tags/tag442.xml"/><Relationship Id="rId187" Type="http://schemas.openxmlformats.org/officeDocument/2006/relationships/tags" Target="../tags/tag441.xml"/><Relationship Id="rId186" Type="http://schemas.openxmlformats.org/officeDocument/2006/relationships/tags" Target="../tags/tag440.xml"/><Relationship Id="rId185" Type="http://schemas.openxmlformats.org/officeDocument/2006/relationships/tags" Target="../tags/tag439.xml"/><Relationship Id="rId184" Type="http://schemas.openxmlformats.org/officeDocument/2006/relationships/tags" Target="../tags/tag438.xml"/><Relationship Id="rId183" Type="http://schemas.openxmlformats.org/officeDocument/2006/relationships/tags" Target="../tags/tag437.xml"/><Relationship Id="rId182" Type="http://schemas.openxmlformats.org/officeDocument/2006/relationships/tags" Target="../tags/tag436.xml"/><Relationship Id="rId181" Type="http://schemas.openxmlformats.org/officeDocument/2006/relationships/tags" Target="../tags/tag435.xml"/><Relationship Id="rId180" Type="http://schemas.openxmlformats.org/officeDocument/2006/relationships/tags" Target="../tags/tag434.xml"/><Relationship Id="rId18" Type="http://schemas.openxmlformats.org/officeDocument/2006/relationships/tags" Target="../tags/tag272.xml"/><Relationship Id="rId179" Type="http://schemas.openxmlformats.org/officeDocument/2006/relationships/tags" Target="../tags/tag433.xml"/><Relationship Id="rId178" Type="http://schemas.openxmlformats.org/officeDocument/2006/relationships/tags" Target="../tags/tag432.xml"/><Relationship Id="rId177" Type="http://schemas.openxmlformats.org/officeDocument/2006/relationships/tags" Target="../tags/tag431.xml"/><Relationship Id="rId176" Type="http://schemas.openxmlformats.org/officeDocument/2006/relationships/tags" Target="../tags/tag430.xml"/><Relationship Id="rId175" Type="http://schemas.openxmlformats.org/officeDocument/2006/relationships/tags" Target="../tags/tag429.xml"/><Relationship Id="rId174" Type="http://schemas.openxmlformats.org/officeDocument/2006/relationships/tags" Target="../tags/tag428.xml"/><Relationship Id="rId173" Type="http://schemas.openxmlformats.org/officeDocument/2006/relationships/tags" Target="../tags/tag427.xml"/><Relationship Id="rId172" Type="http://schemas.openxmlformats.org/officeDocument/2006/relationships/tags" Target="../tags/tag426.xml"/><Relationship Id="rId171" Type="http://schemas.openxmlformats.org/officeDocument/2006/relationships/tags" Target="../tags/tag425.xml"/><Relationship Id="rId170" Type="http://schemas.openxmlformats.org/officeDocument/2006/relationships/tags" Target="../tags/tag424.xml"/><Relationship Id="rId17" Type="http://schemas.openxmlformats.org/officeDocument/2006/relationships/tags" Target="../tags/tag271.xml"/><Relationship Id="rId169" Type="http://schemas.openxmlformats.org/officeDocument/2006/relationships/tags" Target="../tags/tag423.xml"/><Relationship Id="rId168" Type="http://schemas.openxmlformats.org/officeDocument/2006/relationships/tags" Target="../tags/tag422.xml"/><Relationship Id="rId167" Type="http://schemas.openxmlformats.org/officeDocument/2006/relationships/tags" Target="../tags/tag421.xml"/><Relationship Id="rId166" Type="http://schemas.openxmlformats.org/officeDocument/2006/relationships/tags" Target="../tags/tag420.xml"/><Relationship Id="rId165" Type="http://schemas.openxmlformats.org/officeDocument/2006/relationships/tags" Target="../tags/tag419.xml"/><Relationship Id="rId164" Type="http://schemas.openxmlformats.org/officeDocument/2006/relationships/tags" Target="../tags/tag418.xml"/><Relationship Id="rId163" Type="http://schemas.openxmlformats.org/officeDocument/2006/relationships/tags" Target="../tags/tag417.xml"/><Relationship Id="rId162" Type="http://schemas.openxmlformats.org/officeDocument/2006/relationships/tags" Target="../tags/tag416.xml"/><Relationship Id="rId161" Type="http://schemas.openxmlformats.org/officeDocument/2006/relationships/tags" Target="../tags/tag415.xml"/><Relationship Id="rId160" Type="http://schemas.openxmlformats.org/officeDocument/2006/relationships/tags" Target="../tags/tag414.xml"/><Relationship Id="rId16" Type="http://schemas.openxmlformats.org/officeDocument/2006/relationships/tags" Target="../tags/tag270.xml"/><Relationship Id="rId159" Type="http://schemas.openxmlformats.org/officeDocument/2006/relationships/tags" Target="../tags/tag413.xml"/><Relationship Id="rId158" Type="http://schemas.openxmlformats.org/officeDocument/2006/relationships/tags" Target="../tags/tag412.xml"/><Relationship Id="rId157" Type="http://schemas.openxmlformats.org/officeDocument/2006/relationships/tags" Target="../tags/tag411.xml"/><Relationship Id="rId156" Type="http://schemas.openxmlformats.org/officeDocument/2006/relationships/tags" Target="../tags/tag410.xml"/><Relationship Id="rId155" Type="http://schemas.openxmlformats.org/officeDocument/2006/relationships/tags" Target="../tags/tag409.xml"/><Relationship Id="rId154" Type="http://schemas.openxmlformats.org/officeDocument/2006/relationships/tags" Target="../tags/tag408.xml"/><Relationship Id="rId153" Type="http://schemas.openxmlformats.org/officeDocument/2006/relationships/tags" Target="../tags/tag407.xml"/><Relationship Id="rId152" Type="http://schemas.openxmlformats.org/officeDocument/2006/relationships/tags" Target="../tags/tag406.xml"/><Relationship Id="rId151" Type="http://schemas.openxmlformats.org/officeDocument/2006/relationships/tags" Target="../tags/tag405.xml"/><Relationship Id="rId150" Type="http://schemas.openxmlformats.org/officeDocument/2006/relationships/tags" Target="../tags/tag404.xml"/><Relationship Id="rId15" Type="http://schemas.openxmlformats.org/officeDocument/2006/relationships/tags" Target="../tags/tag269.xml"/><Relationship Id="rId149" Type="http://schemas.openxmlformats.org/officeDocument/2006/relationships/tags" Target="../tags/tag403.xml"/><Relationship Id="rId148" Type="http://schemas.openxmlformats.org/officeDocument/2006/relationships/tags" Target="../tags/tag402.xml"/><Relationship Id="rId147" Type="http://schemas.openxmlformats.org/officeDocument/2006/relationships/tags" Target="../tags/tag401.xml"/><Relationship Id="rId146" Type="http://schemas.openxmlformats.org/officeDocument/2006/relationships/tags" Target="../tags/tag400.xml"/><Relationship Id="rId145" Type="http://schemas.openxmlformats.org/officeDocument/2006/relationships/tags" Target="../tags/tag399.xml"/><Relationship Id="rId144" Type="http://schemas.openxmlformats.org/officeDocument/2006/relationships/tags" Target="../tags/tag398.xml"/><Relationship Id="rId143" Type="http://schemas.openxmlformats.org/officeDocument/2006/relationships/tags" Target="../tags/tag397.xml"/><Relationship Id="rId142" Type="http://schemas.openxmlformats.org/officeDocument/2006/relationships/tags" Target="../tags/tag396.xml"/><Relationship Id="rId141" Type="http://schemas.openxmlformats.org/officeDocument/2006/relationships/tags" Target="../tags/tag395.xml"/><Relationship Id="rId140" Type="http://schemas.openxmlformats.org/officeDocument/2006/relationships/tags" Target="../tags/tag394.xml"/><Relationship Id="rId14" Type="http://schemas.openxmlformats.org/officeDocument/2006/relationships/tags" Target="../tags/tag268.xml"/><Relationship Id="rId139" Type="http://schemas.openxmlformats.org/officeDocument/2006/relationships/tags" Target="../tags/tag393.xml"/><Relationship Id="rId138" Type="http://schemas.openxmlformats.org/officeDocument/2006/relationships/tags" Target="../tags/tag392.xml"/><Relationship Id="rId137" Type="http://schemas.openxmlformats.org/officeDocument/2006/relationships/tags" Target="../tags/tag391.xml"/><Relationship Id="rId136" Type="http://schemas.openxmlformats.org/officeDocument/2006/relationships/tags" Target="../tags/tag390.xml"/><Relationship Id="rId135" Type="http://schemas.openxmlformats.org/officeDocument/2006/relationships/tags" Target="../tags/tag389.xml"/><Relationship Id="rId134" Type="http://schemas.openxmlformats.org/officeDocument/2006/relationships/tags" Target="../tags/tag388.xml"/><Relationship Id="rId133" Type="http://schemas.openxmlformats.org/officeDocument/2006/relationships/tags" Target="../tags/tag387.xml"/><Relationship Id="rId132" Type="http://schemas.openxmlformats.org/officeDocument/2006/relationships/tags" Target="../tags/tag386.xml"/><Relationship Id="rId131" Type="http://schemas.openxmlformats.org/officeDocument/2006/relationships/tags" Target="../tags/tag385.xml"/><Relationship Id="rId130" Type="http://schemas.openxmlformats.org/officeDocument/2006/relationships/tags" Target="../tags/tag384.xml"/><Relationship Id="rId13" Type="http://schemas.openxmlformats.org/officeDocument/2006/relationships/tags" Target="../tags/tag267.xml"/><Relationship Id="rId129" Type="http://schemas.openxmlformats.org/officeDocument/2006/relationships/tags" Target="../tags/tag383.xml"/><Relationship Id="rId128" Type="http://schemas.openxmlformats.org/officeDocument/2006/relationships/tags" Target="../tags/tag382.xml"/><Relationship Id="rId127" Type="http://schemas.openxmlformats.org/officeDocument/2006/relationships/tags" Target="../tags/tag381.xml"/><Relationship Id="rId126" Type="http://schemas.openxmlformats.org/officeDocument/2006/relationships/tags" Target="../tags/tag380.xml"/><Relationship Id="rId125" Type="http://schemas.openxmlformats.org/officeDocument/2006/relationships/tags" Target="../tags/tag379.xml"/><Relationship Id="rId124" Type="http://schemas.openxmlformats.org/officeDocument/2006/relationships/tags" Target="../tags/tag378.xml"/><Relationship Id="rId123" Type="http://schemas.openxmlformats.org/officeDocument/2006/relationships/tags" Target="../tags/tag377.xml"/><Relationship Id="rId122" Type="http://schemas.openxmlformats.org/officeDocument/2006/relationships/tags" Target="../tags/tag376.xml"/><Relationship Id="rId121" Type="http://schemas.openxmlformats.org/officeDocument/2006/relationships/tags" Target="../tags/tag375.xml"/><Relationship Id="rId120" Type="http://schemas.openxmlformats.org/officeDocument/2006/relationships/tags" Target="../tags/tag374.xml"/><Relationship Id="rId12" Type="http://schemas.openxmlformats.org/officeDocument/2006/relationships/tags" Target="../tags/tag266.xml"/><Relationship Id="rId119" Type="http://schemas.openxmlformats.org/officeDocument/2006/relationships/tags" Target="../tags/tag373.xml"/><Relationship Id="rId118" Type="http://schemas.openxmlformats.org/officeDocument/2006/relationships/tags" Target="../tags/tag372.xml"/><Relationship Id="rId117" Type="http://schemas.openxmlformats.org/officeDocument/2006/relationships/tags" Target="../tags/tag371.xml"/><Relationship Id="rId116" Type="http://schemas.openxmlformats.org/officeDocument/2006/relationships/tags" Target="../tags/tag370.xml"/><Relationship Id="rId115" Type="http://schemas.openxmlformats.org/officeDocument/2006/relationships/tags" Target="../tags/tag369.xml"/><Relationship Id="rId114" Type="http://schemas.openxmlformats.org/officeDocument/2006/relationships/tags" Target="../tags/tag368.xml"/><Relationship Id="rId113" Type="http://schemas.openxmlformats.org/officeDocument/2006/relationships/tags" Target="../tags/tag367.xml"/><Relationship Id="rId112" Type="http://schemas.openxmlformats.org/officeDocument/2006/relationships/tags" Target="../tags/tag366.xml"/><Relationship Id="rId111" Type="http://schemas.openxmlformats.org/officeDocument/2006/relationships/tags" Target="../tags/tag365.xml"/><Relationship Id="rId110" Type="http://schemas.openxmlformats.org/officeDocument/2006/relationships/tags" Target="../tags/tag364.xml"/><Relationship Id="rId11" Type="http://schemas.openxmlformats.org/officeDocument/2006/relationships/tags" Target="../tags/tag265.xml"/><Relationship Id="rId109" Type="http://schemas.openxmlformats.org/officeDocument/2006/relationships/tags" Target="../tags/tag363.xml"/><Relationship Id="rId108" Type="http://schemas.openxmlformats.org/officeDocument/2006/relationships/tags" Target="../tags/tag362.xml"/><Relationship Id="rId107" Type="http://schemas.openxmlformats.org/officeDocument/2006/relationships/tags" Target="../tags/tag361.xml"/><Relationship Id="rId106" Type="http://schemas.openxmlformats.org/officeDocument/2006/relationships/tags" Target="../tags/tag360.xml"/><Relationship Id="rId105" Type="http://schemas.openxmlformats.org/officeDocument/2006/relationships/tags" Target="../tags/tag359.xml"/><Relationship Id="rId104" Type="http://schemas.openxmlformats.org/officeDocument/2006/relationships/tags" Target="../tags/tag358.xml"/><Relationship Id="rId103" Type="http://schemas.openxmlformats.org/officeDocument/2006/relationships/tags" Target="../tags/tag357.xml"/><Relationship Id="rId102" Type="http://schemas.openxmlformats.org/officeDocument/2006/relationships/tags" Target="../tags/tag356.xml"/><Relationship Id="rId101" Type="http://schemas.openxmlformats.org/officeDocument/2006/relationships/tags" Target="../tags/tag355.xml"/><Relationship Id="rId100" Type="http://schemas.openxmlformats.org/officeDocument/2006/relationships/tags" Target="../tags/tag354.xml"/><Relationship Id="rId10" Type="http://schemas.openxmlformats.org/officeDocument/2006/relationships/chart" Target="../charts/chart18.xml"/><Relationship Id="rId1" Type="http://schemas.openxmlformats.org/officeDocument/2006/relationships/chart" Target="../charts/chart9.xml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568.xml"/><Relationship Id="rId98" Type="http://schemas.openxmlformats.org/officeDocument/2006/relationships/tags" Target="../tags/tag567.xml"/><Relationship Id="rId97" Type="http://schemas.openxmlformats.org/officeDocument/2006/relationships/tags" Target="../tags/tag566.xml"/><Relationship Id="rId96" Type="http://schemas.openxmlformats.org/officeDocument/2006/relationships/tags" Target="../tags/tag565.xml"/><Relationship Id="rId95" Type="http://schemas.openxmlformats.org/officeDocument/2006/relationships/tags" Target="../tags/tag564.xml"/><Relationship Id="rId94" Type="http://schemas.openxmlformats.org/officeDocument/2006/relationships/tags" Target="../tags/tag563.xml"/><Relationship Id="rId93" Type="http://schemas.openxmlformats.org/officeDocument/2006/relationships/tags" Target="../tags/tag562.xml"/><Relationship Id="rId92" Type="http://schemas.openxmlformats.org/officeDocument/2006/relationships/tags" Target="../tags/tag561.xml"/><Relationship Id="rId91" Type="http://schemas.openxmlformats.org/officeDocument/2006/relationships/tags" Target="../tags/tag560.xml"/><Relationship Id="rId90" Type="http://schemas.openxmlformats.org/officeDocument/2006/relationships/tags" Target="../tags/tag559.xml"/><Relationship Id="rId9" Type="http://schemas.openxmlformats.org/officeDocument/2006/relationships/tags" Target="../tags/tag478.xml"/><Relationship Id="rId89" Type="http://schemas.openxmlformats.org/officeDocument/2006/relationships/tags" Target="../tags/tag558.xml"/><Relationship Id="rId88" Type="http://schemas.openxmlformats.org/officeDocument/2006/relationships/tags" Target="../tags/tag557.xml"/><Relationship Id="rId87" Type="http://schemas.openxmlformats.org/officeDocument/2006/relationships/tags" Target="../tags/tag556.xml"/><Relationship Id="rId86" Type="http://schemas.openxmlformats.org/officeDocument/2006/relationships/tags" Target="../tags/tag555.xml"/><Relationship Id="rId85" Type="http://schemas.openxmlformats.org/officeDocument/2006/relationships/tags" Target="../tags/tag554.xml"/><Relationship Id="rId84" Type="http://schemas.openxmlformats.org/officeDocument/2006/relationships/tags" Target="../tags/tag553.xml"/><Relationship Id="rId83" Type="http://schemas.openxmlformats.org/officeDocument/2006/relationships/tags" Target="../tags/tag552.xml"/><Relationship Id="rId82" Type="http://schemas.openxmlformats.org/officeDocument/2006/relationships/tags" Target="../tags/tag551.xml"/><Relationship Id="rId81" Type="http://schemas.openxmlformats.org/officeDocument/2006/relationships/tags" Target="../tags/tag550.xml"/><Relationship Id="rId80" Type="http://schemas.openxmlformats.org/officeDocument/2006/relationships/tags" Target="../tags/tag549.xml"/><Relationship Id="rId8" Type="http://schemas.openxmlformats.org/officeDocument/2006/relationships/tags" Target="../tags/tag477.xml"/><Relationship Id="rId79" Type="http://schemas.openxmlformats.org/officeDocument/2006/relationships/tags" Target="../tags/tag548.xml"/><Relationship Id="rId78" Type="http://schemas.openxmlformats.org/officeDocument/2006/relationships/tags" Target="../tags/tag547.xml"/><Relationship Id="rId77" Type="http://schemas.openxmlformats.org/officeDocument/2006/relationships/tags" Target="../tags/tag546.xml"/><Relationship Id="rId76" Type="http://schemas.openxmlformats.org/officeDocument/2006/relationships/tags" Target="../tags/tag545.xml"/><Relationship Id="rId75" Type="http://schemas.openxmlformats.org/officeDocument/2006/relationships/tags" Target="../tags/tag544.xml"/><Relationship Id="rId74" Type="http://schemas.openxmlformats.org/officeDocument/2006/relationships/tags" Target="../tags/tag543.xml"/><Relationship Id="rId73" Type="http://schemas.openxmlformats.org/officeDocument/2006/relationships/tags" Target="../tags/tag542.xml"/><Relationship Id="rId72" Type="http://schemas.openxmlformats.org/officeDocument/2006/relationships/tags" Target="../tags/tag541.xml"/><Relationship Id="rId71" Type="http://schemas.openxmlformats.org/officeDocument/2006/relationships/tags" Target="../tags/tag540.xml"/><Relationship Id="rId70" Type="http://schemas.openxmlformats.org/officeDocument/2006/relationships/tags" Target="../tags/tag539.xml"/><Relationship Id="rId7" Type="http://schemas.openxmlformats.org/officeDocument/2006/relationships/tags" Target="../tags/tag476.xml"/><Relationship Id="rId69" Type="http://schemas.openxmlformats.org/officeDocument/2006/relationships/tags" Target="../tags/tag538.xml"/><Relationship Id="rId68" Type="http://schemas.openxmlformats.org/officeDocument/2006/relationships/tags" Target="../tags/tag537.xml"/><Relationship Id="rId67" Type="http://schemas.openxmlformats.org/officeDocument/2006/relationships/tags" Target="../tags/tag536.xml"/><Relationship Id="rId66" Type="http://schemas.openxmlformats.org/officeDocument/2006/relationships/tags" Target="../tags/tag535.xml"/><Relationship Id="rId65" Type="http://schemas.openxmlformats.org/officeDocument/2006/relationships/tags" Target="../tags/tag534.xml"/><Relationship Id="rId64" Type="http://schemas.openxmlformats.org/officeDocument/2006/relationships/tags" Target="../tags/tag533.xml"/><Relationship Id="rId63" Type="http://schemas.openxmlformats.org/officeDocument/2006/relationships/tags" Target="../tags/tag532.xml"/><Relationship Id="rId62" Type="http://schemas.openxmlformats.org/officeDocument/2006/relationships/tags" Target="../tags/tag531.xml"/><Relationship Id="rId61" Type="http://schemas.openxmlformats.org/officeDocument/2006/relationships/tags" Target="../tags/tag530.xml"/><Relationship Id="rId60" Type="http://schemas.openxmlformats.org/officeDocument/2006/relationships/tags" Target="../tags/tag529.xml"/><Relationship Id="rId6" Type="http://schemas.openxmlformats.org/officeDocument/2006/relationships/tags" Target="../tags/tag475.xml"/><Relationship Id="rId59" Type="http://schemas.openxmlformats.org/officeDocument/2006/relationships/tags" Target="../tags/tag528.xml"/><Relationship Id="rId58" Type="http://schemas.openxmlformats.org/officeDocument/2006/relationships/tags" Target="../tags/tag527.xml"/><Relationship Id="rId57" Type="http://schemas.openxmlformats.org/officeDocument/2006/relationships/tags" Target="../tags/tag526.xml"/><Relationship Id="rId56" Type="http://schemas.openxmlformats.org/officeDocument/2006/relationships/tags" Target="../tags/tag525.xml"/><Relationship Id="rId55" Type="http://schemas.openxmlformats.org/officeDocument/2006/relationships/tags" Target="../tags/tag524.xml"/><Relationship Id="rId54" Type="http://schemas.openxmlformats.org/officeDocument/2006/relationships/tags" Target="../tags/tag523.xml"/><Relationship Id="rId53" Type="http://schemas.openxmlformats.org/officeDocument/2006/relationships/tags" Target="../tags/tag522.xml"/><Relationship Id="rId52" Type="http://schemas.openxmlformats.org/officeDocument/2006/relationships/tags" Target="../tags/tag521.xml"/><Relationship Id="rId51" Type="http://schemas.openxmlformats.org/officeDocument/2006/relationships/tags" Target="../tags/tag520.xml"/><Relationship Id="rId50" Type="http://schemas.openxmlformats.org/officeDocument/2006/relationships/tags" Target="../tags/tag519.xml"/><Relationship Id="rId5" Type="http://schemas.openxmlformats.org/officeDocument/2006/relationships/tags" Target="../tags/tag474.xml"/><Relationship Id="rId49" Type="http://schemas.openxmlformats.org/officeDocument/2006/relationships/tags" Target="../tags/tag518.xml"/><Relationship Id="rId48" Type="http://schemas.openxmlformats.org/officeDocument/2006/relationships/tags" Target="../tags/tag517.xml"/><Relationship Id="rId47" Type="http://schemas.openxmlformats.org/officeDocument/2006/relationships/tags" Target="../tags/tag516.xml"/><Relationship Id="rId46" Type="http://schemas.openxmlformats.org/officeDocument/2006/relationships/tags" Target="../tags/tag515.xml"/><Relationship Id="rId45" Type="http://schemas.openxmlformats.org/officeDocument/2006/relationships/tags" Target="../tags/tag514.xml"/><Relationship Id="rId44" Type="http://schemas.openxmlformats.org/officeDocument/2006/relationships/tags" Target="../tags/tag513.xml"/><Relationship Id="rId43" Type="http://schemas.openxmlformats.org/officeDocument/2006/relationships/tags" Target="../tags/tag512.xml"/><Relationship Id="rId42" Type="http://schemas.openxmlformats.org/officeDocument/2006/relationships/tags" Target="../tags/tag511.xml"/><Relationship Id="rId41" Type="http://schemas.openxmlformats.org/officeDocument/2006/relationships/tags" Target="../tags/tag510.xml"/><Relationship Id="rId40" Type="http://schemas.openxmlformats.org/officeDocument/2006/relationships/tags" Target="../tags/tag509.xml"/><Relationship Id="rId4" Type="http://schemas.openxmlformats.org/officeDocument/2006/relationships/tags" Target="../tags/tag473.xml"/><Relationship Id="rId39" Type="http://schemas.openxmlformats.org/officeDocument/2006/relationships/tags" Target="../tags/tag508.xml"/><Relationship Id="rId38" Type="http://schemas.openxmlformats.org/officeDocument/2006/relationships/tags" Target="../tags/tag507.xml"/><Relationship Id="rId37" Type="http://schemas.openxmlformats.org/officeDocument/2006/relationships/tags" Target="../tags/tag506.xml"/><Relationship Id="rId36" Type="http://schemas.openxmlformats.org/officeDocument/2006/relationships/tags" Target="../tags/tag505.xml"/><Relationship Id="rId35" Type="http://schemas.openxmlformats.org/officeDocument/2006/relationships/tags" Target="../tags/tag504.xml"/><Relationship Id="rId34" Type="http://schemas.openxmlformats.org/officeDocument/2006/relationships/tags" Target="../tags/tag503.xml"/><Relationship Id="rId33" Type="http://schemas.openxmlformats.org/officeDocument/2006/relationships/tags" Target="../tags/tag502.xml"/><Relationship Id="rId32" Type="http://schemas.openxmlformats.org/officeDocument/2006/relationships/tags" Target="../tags/tag501.xml"/><Relationship Id="rId31" Type="http://schemas.openxmlformats.org/officeDocument/2006/relationships/tags" Target="../tags/tag500.xml"/><Relationship Id="rId30" Type="http://schemas.openxmlformats.org/officeDocument/2006/relationships/tags" Target="../tags/tag499.xml"/><Relationship Id="rId3" Type="http://schemas.openxmlformats.org/officeDocument/2006/relationships/tags" Target="../tags/tag472.xml"/><Relationship Id="rId29" Type="http://schemas.openxmlformats.org/officeDocument/2006/relationships/tags" Target="../tags/tag498.xml"/><Relationship Id="rId28" Type="http://schemas.openxmlformats.org/officeDocument/2006/relationships/tags" Target="../tags/tag497.xml"/><Relationship Id="rId27" Type="http://schemas.openxmlformats.org/officeDocument/2006/relationships/tags" Target="../tags/tag496.xml"/><Relationship Id="rId26" Type="http://schemas.openxmlformats.org/officeDocument/2006/relationships/tags" Target="../tags/tag495.xml"/><Relationship Id="rId25" Type="http://schemas.openxmlformats.org/officeDocument/2006/relationships/tags" Target="../tags/tag494.xml"/><Relationship Id="rId24" Type="http://schemas.openxmlformats.org/officeDocument/2006/relationships/tags" Target="../tags/tag493.xml"/><Relationship Id="rId23" Type="http://schemas.openxmlformats.org/officeDocument/2006/relationships/tags" Target="../tags/tag492.xml"/><Relationship Id="rId22" Type="http://schemas.openxmlformats.org/officeDocument/2006/relationships/tags" Target="../tags/tag491.xml"/><Relationship Id="rId21" Type="http://schemas.openxmlformats.org/officeDocument/2006/relationships/tags" Target="../tags/tag490.xml"/><Relationship Id="rId20" Type="http://schemas.openxmlformats.org/officeDocument/2006/relationships/tags" Target="../tags/tag489.xml"/><Relationship Id="rId2" Type="http://schemas.openxmlformats.org/officeDocument/2006/relationships/tags" Target="../tags/tag471.xml"/><Relationship Id="rId19" Type="http://schemas.openxmlformats.org/officeDocument/2006/relationships/tags" Target="../tags/tag488.xml"/><Relationship Id="rId18" Type="http://schemas.openxmlformats.org/officeDocument/2006/relationships/tags" Target="../tags/tag487.xml"/><Relationship Id="rId17" Type="http://schemas.openxmlformats.org/officeDocument/2006/relationships/tags" Target="../tags/tag486.xml"/><Relationship Id="rId16" Type="http://schemas.openxmlformats.org/officeDocument/2006/relationships/tags" Target="../tags/tag485.xml"/><Relationship Id="rId15" Type="http://schemas.openxmlformats.org/officeDocument/2006/relationships/tags" Target="../tags/tag484.xml"/><Relationship Id="rId14" Type="http://schemas.openxmlformats.org/officeDocument/2006/relationships/tags" Target="../tags/tag483.xml"/><Relationship Id="rId13" Type="http://schemas.openxmlformats.org/officeDocument/2006/relationships/tags" Target="../tags/tag482.xml"/><Relationship Id="rId12" Type="http://schemas.openxmlformats.org/officeDocument/2006/relationships/tags" Target="../tags/tag481.xml"/><Relationship Id="rId113" Type="http://schemas.openxmlformats.org/officeDocument/2006/relationships/slideLayout" Target="../slideLayouts/slideLayout2.xml"/><Relationship Id="rId112" Type="http://schemas.openxmlformats.org/officeDocument/2006/relationships/tags" Target="../tags/tag581.xml"/><Relationship Id="rId111" Type="http://schemas.openxmlformats.org/officeDocument/2006/relationships/tags" Target="../tags/tag580.xml"/><Relationship Id="rId110" Type="http://schemas.openxmlformats.org/officeDocument/2006/relationships/tags" Target="../tags/tag579.xml"/><Relationship Id="rId11" Type="http://schemas.openxmlformats.org/officeDocument/2006/relationships/tags" Target="../tags/tag480.xml"/><Relationship Id="rId109" Type="http://schemas.openxmlformats.org/officeDocument/2006/relationships/tags" Target="../tags/tag578.xml"/><Relationship Id="rId108" Type="http://schemas.openxmlformats.org/officeDocument/2006/relationships/tags" Target="../tags/tag577.xml"/><Relationship Id="rId107" Type="http://schemas.openxmlformats.org/officeDocument/2006/relationships/tags" Target="../tags/tag576.xml"/><Relationship Id="rId106" Type="http://schemas.openxmlformats.org/officeDocument/2006/relationships/tags" Target="../tags/tag575.xml"/><Relationship Id="rId105" Type="http://schemas.openxmlformats.org/officeDocument/2006/relationships/tags" Target="../tags/tag574.xml"/><Relationship Id="rId104" Type="http://schemas.openxmlformats.org/officeDocument/2006/relationships/tags" Target="../tags/tag573.xml"/><Relationship Id="rId103" Type="http://schemas.openxmlformats.org/officeDocument/2006/relationships/tags" Target="../tags/tag572.xml"/><Relationship Id="rId102" Type="http://schemas.openxmlformats.org/officeDocument/2006/relationships/tags" Target="../tags/tag571.xml"/><Relationship Id="rId101" Type="http://schemas.openxmlformats.org/officeDocument/2006/relationships/tags" Target="../tags/tag570.xml"/><Relationship Id="rId100" Type="http://schemas.openxmlformats.org/officeDocument/2006/relationships/tags" Target="../tags/tag569.xml"/><Relationship Id="rId10" Type="http://schemas.openxmlformats.org/officeDocument/2006/relationships/tags" Target="../tags/tag479.xml"/><Relationship Id="rId1" Type="http://schemas.openxmlformats.org/officeDocument/2006/relationships/tags" Target="../tags/tag4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图表 424"/>
          <p:cNvGraphicFramePr/>
          <p:nvPr>
            <p:custDataLst>
              <p:tags r:id="rId9"/>
            </p:custDataLst>
          </p:nvPr>
        </p:nvGraphicFramePr>
        <p:xfrm>
          <a:off x="6092190" y="371983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2" name="文本框 12"/>
          <p:cNvSpPr txBox="1"/>
          <p:nvPr>
            <p:custDataLst>
              <p:tags r:id="rId10"/>
            </p:custDataLst>
          </p:nvPr>
        </p:nvSpPr>
        <p:spPr>
          <a:xfrm>
            <a:off x="37769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公司每日经营看板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11"/>
            </p:custDataLst>
          </p:nvPr>
        </p:nvSpPr>
        <p:spPr>
          <a:xfrm>
            <a:off x="599440" y="1623060"/>
            <a:ext cx="10975975" cy="416750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23" name="Group 16"/>
          <p:cNvGrpSpPr/>
          <p:nvPr/>
        </p:nvGrpSpPr>
        <p:grpSpPr>
          <a:xfrm>
            <a:off x="9311005" y="665480"/>
            <a:ext cx="2252980" cy="295275"/>
            <a:chOff x="9428626" y="513634"/>
            <a:chExt cx="2062214" cy="295275"/>
          </a:xfrm>
        </p:grpSpPr>
        <p:sp>
          <p:nvSpPr>
            <p:cNvPr id="233" name="Rectangle: Top Corners Rounded 17"/>
            <p:cNvSpPr/>
            <p:nvPr>
              <p:custDataLst>
                <p:tags r:id="rId12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30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4" name="Rectangle: Single Corner Rounded 18"/>
            <p:cNvSpPr/>
            <p:nvPr>
              <p:custDataLst>
                <p:tags r:id="rId13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5" name="Isosceles Triangle 19"/>
            <p:cNvSpPr/>
            <p:nvPr>
              <p:custDataLst>
                <p:tags r:id="rId14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报告日期：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5" name="Rectangle: Rounded Corners 156"/>
          <p:cNvSpPr/>
          <p:nvPr>
            <p:custDataLst>
              <p:tags r:id="rId16"/>
            </p:custDataLst>
          </p:nvPr>
        </p:nvSpPr>
        <p:spPr>
          <a:xfrm>
            <a:off x="5981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17"/>
            </p:custDataLst>
          </p:nvPr>
        </p:nvSpPr>
        <p:spPr>
          <a:xfrm>
            <a:off x="2566035" y="1711960"/>
            <a:ext cx="162179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达成率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2437130" y="1961515"/>
            <a:ext cx="1663065" cy="1053465"/>
            <a:chOff x="1292" y="2411"/>
            <a:chExt cx="2619" cy="1659"/>
          </a:xfrm>
        </p:grpSpPr>
        <p:graphicFrame>
          <p:nvGraphicFramePr>
            <p:cNvPr id="121" name="图表 120"/>
            <p:cNvGraphicFramePr/>
            <p:nvPr>
              <p:custDataLst>
                <p:tags r:id="rId18"/>
              </p:custDataLst>
            </p:nvPr>
          </p:nvGraphicFramePr>
          <p:xfrm>
            <a:off x="1292" y="2411"/>
            <a:ext cx="2619" cy="16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31" name="文本框 130"/>
            <p:cNvSpPr txBox="1"/>
            <p:nvPr>
              <p:custDataLst>
                <p:tags r:id="rId19"/>
              </p:custDataLst>
            </p:nvPr>
          </p:nvSpPr>
          <p:spPr>
            <a:xfrm>
              <a:off x="1715" y="3036"/>
              <a:ext cx="1502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   105.00%             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6" name="文本框 165"/>
          <p:cNvSpPr txBox="1"/>
          <p:nvPr>
            <p:custDataLst>
              <p:tags r:id="rId20"/>
            </p:custDataLst>
          </p:nvPr>
        </p:nvSpPr>
        <p:spPr>
          <a:xfrm>
            <a:off x="523875" y="95377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>
            <p:custDataLst>
              <p:tags r:id="rId21"/>
            </p:custDataLst>
          </p:nvPr>
        </p:nvSpPr>
        <p:spPr>
          <a:xfrm>
            <a:off x="596900" y="872998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>
            <p:custDataLst>
              <p:tags r:id="rId22"/>
            </p:custDataLst>
          </p:nvPr>
        </p:nvSpPr>
        <p:spPr>
          <a:xfrm>
            <a:off x="608965" y="872998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1" name="Rectangle: Rounded Corners 156"/>
          <p:cNvSpPr/>
          <p:nvPr>
            <p:custDataLst>
              <p:tags r:id="rId23"/>
            </p:custDataLst>
          </p:nvPr>
        </p:nvSpPr>
        <p:spPr>
          <a:xfrm>
            <a:off x="720725" y="903478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Rectangle: Rounded Corners 156"/>
          <p:cNvSpPr/>
          <p:nvPr>
            <p:custDataLst>
              <p:tags r:id="rId24"/>
            </p:custDataLst>
          </p:nvPr>
        </p:nvSpPr>
        <p:spPr>
          <a:xfrm>
            <a:off x="1530350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Rectangle: Rounded Corners 156"/>
          <p:cNvSpPr/>
          <p:nvPr>
            <p:custDataLst>
              <p:tags r:id="rId25"/>
            </p:custDataLst>
          </p:nvPr>
        </p:nvSpPr>
        <p:spPr>
          <a:xfrm>
            <a:off x="2351405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Rectangle: Rounded Corners 156"/>
          <p:cNvSpPr/>
          <p:nvPr>
            <p:custDataLst>
              <p:tags r:id="rId26"/>
            </p:custDataLst>
          </p:nvPr>
        </p:nvSpPr>
        <p:spPr>
          <a:xfrm>
            <a:off x="3172460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Rectangle: Rounded Corners 156"/>
          <p:cNvSpPr/>
          <p:nvPr>
            <p:custDataLst>
              <p:tags r:id="rId27"/>
            </p:custDataLst>
          </p:nvPr>
        </p:nvSpPr>
        <p:spPr>
          <a:xfrm>
            <a:off x="3993515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Rectangle: Rounded Corners 156"/>
          <p:cNvSpPr/>
          <p:nvPr>
            <p:custDataLst>
              <p:tags r:id="rId28"/>
            </p:custDataLst>
          </p:nvPr>
        </p:nvSpPr>
        <p:spPr>
          <a:xfrm>
            <a:off x="4803775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29"/>
            </p:custDataLst>
          </p:nvPr>
        </p:nvGraphicFramePr>
        <p:xfrm>
          <a:off x="709930" y="9413875"/>
          <a:ext cx="10677525" cy="25984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82075"/>
                <a:gridCol w="562245"/>
                <a:gridCol w="561108"/>
                <a:gridCol w="671285"/>
                <a:gridCol w="670717"/>
                <a:gridCol w="671854"/>
                <a:gridCol w="671852"/>
                <a:gridCol w="565084"/>
                <a:gridCol w="563948"/>
                <a:gridCol w="563948"/>
                <a:gridCol w="563949"/>
                <a:gridCol w="726373"/>
                <a:gridCol w="725238"/>
                <a:gridCol w="555996"/>
                <a:gridCol w="555998"/>
                <a:gridCol w="682643"/>
                <a:gridCol w="683212"/>
              </a:tblGrid>
              <a:tr h="4102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业务测算退款后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退款前销量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退款后销量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-GMV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费用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渠道推广费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5560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天猫非达播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52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780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900" b="0" u="none">
                          <a:solidFill>
                            <a:srgbClr val="000000"/>
                          </a:solidFill>
                          <a:ea typeface="LarkHackSafariFont" charset="0"/>
                        </a:rPr>
                        <a:t>天猫</a:t>
                      </a:r>
                      <a:r>
                        <a:rPr lang="zh-CN" altLang="en-US" sz="900" b="0" u="none">
                          <a:solidFill>
                            <a:srgbClr val="000000"/>
                          </a:solidFill>
                          <a:ea typeface="LarkHackSafariFont" charset="0"/>
                        </a:rPr>
                        <a:t>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LarkHackSafariFont" charset="0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LarkHackSafariFont" charset="0"/>
                          <a:cs typeface="+mn-ea"/>
                        </a:rPr>
                        <a:t>天猫-李佳琦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LarkHackSafariFont" charset="0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文本框 183"/>
          <p:cNvSpPr txBox="1"/>
          <p:nvPr>
            <p:custDataLst>
              <p:tags r:id="rId30"/>
            </p:custDataLst>
          </p:nvPr>
        </p:nvSpPr>
        <p:spPr>
          <a:xfrm>
            <a:off x="608330" y="1215961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>
            <p:custDataLst>
              <p:tags r:id="rId31"/>
            </p:custDataLst>
          </p:nvPr>
        </p:nvSpPr>
        <p:spPr>
          <a:xfrm>
            <a:off x="609600" y="12159615"/>
            <a:ext cx="10975340" cy="36423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93" name="表格 152"/>
          <p:cNvGraphicFramePr>
            <a:graphicFrameLocks noGrp="1"/>
          </p:cNvGraphicFramePr>
          <p:nvPr>
            <p:custDataLst>
              <p:tags r:id="rId32"/>
            </p:custDataLst>
          </p:nvPr>
        </p:nvGraphicFramePr>
        <p:xfrm>
          <a:off x="721360" y="12774930"/>
          <a:ext cx="10665460" cy="29356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11922"/>
                <a:gridCol w="711923"/>
                <a:gridCol w="559310"/>
                <a:gridCol w="559704"/>
                <a:gridCol w="680849"/>
                <a:gridCol w="661576"/>
                <a:gridCol w="636010"/>
                <a:gridCol w="676523"/>
                <a:gridCol w="676523"/>
                <a:gridCol w="621665"/>
                <a:gridCol w="731381"/>
                <a:gridCol w="676524"/>
                <a:gridCol w="676523"/>
                <a:gridCol w="676523"/>
                <a:gridCol w="696976"/>
                <a:gridCol w="711528"/>
              </a:tblGrid>
              <a:tr h="4629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退款前销量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退款后销量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-GMV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&amp;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加热费用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&amp;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加热费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195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散粉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/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蜜粉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粉饼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定妆喷雾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底妆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气垫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BB/CC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95" name="文本框 194"/>
          <p:cNvSpPr txBox="1"/>
          <p:nvPr>
            <p:custDataLst>
              <p:tags r:id="rId33"/>
            </p:custDataLst>
          </p:nvPr>
        </p:nvSpPr>
        <p:spPr>
          <a:xfrm>
            <a:off x="572135" y="2295207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费用进度分析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34"/>
            </p:custDataLst>
          </p:nvPr>
        </p:nvSpPr>
        <p:spPr>
          <a:xfrm>
            <a:off x="620395" y="23340695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图表 5"/>
          <p:cNvGraphicFramePr/>
          <p:nvPr>
            <p:custDataLst>
              <p:tags r:id="rId35"/>
            </p:custDataLst>
          </p:nvPr>
        </p:nvGraphicFramePr>
        <p:xfrm>
          <a:off x="631190" y="23376890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文本框 13"/>
          <p:cNvSpPr txBox="1"/>
          <p:nvPr>
            <p:custDataLst>
              <p:tags r:id="rId36"/>
            </p:custDataLst>
          </p:nvPr>
        </p:nvSpPr>
        <p:spPr>
          <a:xfrm>
            <a:off x="564515" y="3177159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表格 152"/>
          <p:cNvGraphicFramePr>
            <a:graphicFrameLocks noGrp="1"/>
          </p:cNvGraphicFramePr>
          <p:nvPr>
            <p:custDataLst>
              <p:tags r:id="rId37"/>
            </p:custDataLst>
          </p:nvPr>
        </p:nvGraphicFramePr>
        <p:xfrm>
          <a:off x="729615" y="32402780"/>
          <a:ext cx="10817225" cy="489204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583565"/>
              </a:tblGrid>
              <a:tr h="2774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天猫自播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-LJQ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抖音矩阵号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测算退款后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   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圆角矩形 41"/>
          <p:cNvSpPr/>
          <p:nvPr>
            <p:custDataLst>
              <p:tags r:id="rId38"/>
            </p:custDataLst>
          </p:nvPr>
        </p:nvSpPr>
        <p:spPr>
          <a:xfrm>
            <a:off x="621665" y="28867100"/>
            <a:ext cx="11014710" cy="28670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39"/>
            </p:custDataLst>
          </p:nvPr>
        </p:nvSpPr>
        <p:spPr>
          <a:xfrm>
            <a:off x="631190" y="2886710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营销费用进度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0"/>
            </p:custDataLst>
          </p:nvPr>
        </p:nvSpPr>
        <p:spPr>
          <a:xfrm>
            <a:off x="1032510" y="1711960"/>
            <a:ext cx="150431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1"/>
            </p:custDataLst>
          </p:nvPr>
        </p:nvSpPr>
        <p:spPr>
          <a:xfrm>
            <a:off x="618415" y="2045653"/>
            <a:ext cx="1353820" cy="372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10,500</a:t>
            </a:r>
            <a:r>
              <a:rPr lang="zh-CN" altLang="en-US" sz="1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3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42"/>
            </p:custDataLst>
          </p:nvPr>
        </p:nvSpPr>
        <p:spPr>
          <a:xfrm>
            <a:off x="664210" y="1701165"/>
            <a:ext cx="172466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3"/>
            </p:custDataLst>
          </p:nvPr>
        </p:nvSpPr>
        <p:spPr>
          <a:xfrm>
            <a:off x="1518210" y="1958022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4"/>
            </p:custDataLst>
          </p:nvPr>
        </p:nvSpPr>
        <p:spPr>
          <a:xfrm>
            <a:off x="1506780" y="2251551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0" name="表格 152"/>
          <p:cNvGraphicFramePr>
            <a:graphicFrameLocks noGrp="1"/>
          </p:cNvGraphicFramePr>
          <p:nvPr>
            <p:custDataLst>
              <p:tags r:id="rId45"/>
            </p:custDataLst>
          </p:nvPr>
        </p:nvGraphicFramePr>
        <p:xfrm>
          <a:off x="697865" y="29197935"/>
          <a:ext cx="10776585" cy="24326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3113405"/>
                <a:gridCol w="3058795"/>
                <a:gridCol w="2212975"/>
                <a:gridCol w="2391410"/>
              </a:tblGrid>
              <a:tr h="3949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一级预算科目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二级预算科目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75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LarkHackSafariFont" charset="0"/>
                        </a:rPr>
                        <a:t>品牌媒介</a:t>
                      </a:r>
                      <a:endParaRPr kumimoji="0" lang="th-TH" altLang="en-US" sz="97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LarkHackSafariFont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线上品宣媒介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387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线下品宣媒介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调研费（其他非标）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品类内容推广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竞价内容创意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圆角矩形 128"/>
          <p:cNvSpPr/>
          <p:nvPr>
            <p:custDataLst>
              <p:tags r:id="rId46"/>
            </p:custDataLst>
          </p:nvPr>
        </p:nvSpPr>
        <p:spPr>
          <a:xfrm>
            <a:off x="4204970" y="1708785"/>
            <a:ext cx="1830705" cy="132334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47"/>
            </p:custDataLst>
          </p:nvPr>
        </p:nvSpPr>
        <p:spPr>
          <a:xfrm>
            <a:off x="527050" y="835596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>
            <p:custDataLst>
              <p:tags r:id="rId48"/>
            </p:custDataLst>
          </p:nvPr>
        </p:nvSpPr>
        <p:spPr>
          <a:xfrm>
            <a:off x="10764520" y="289102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9"/>
            </p:custDataLst>
          </p:nvPr>
        </p:nvSpPr>
        <p:spPr>
          <a:xfrm>
            <a:off x="612775" y="2818765"/>
            <a:ext cx="188023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>
            <p:custDataLst>
              <p:tags r:id="rId50"/>
            </p:custDataLst>
          </p:nvPr>
        </p:nvSpPr>
        <p:spPr>
          <a:xfrm>
            <a:off x="601980" y="5841365"/>
            <a:ext cx="10982960" cy="252857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9" name="图表 368"/>
          <p:cNvGraphicFramePr/>
          <p:nvPr>
            <p:custDataLst>
              <p:tags r:id="rId51"/>
            </p:custDataLst>
          </p:nvPr>
        </p:nvGraphicFramePr>
        <p:xfrm>
          <a:off x="758825" y="6015990"/>
          <a:ext cx="10751820" cy="2259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0" name="文本框 369"/>
          <p:cNvSpPr txBox="1"/>
          <p:nvPr>
            <p:custDataLst>
              <p:tags r:id="rId52"/>
            </p:custDataLst>
          </p:nvPr>
        </p:nvSpPr>
        <p:spPr>
          <a:xfrm>
            <a:off x="746125" y="6082030"/>
            <a:ext cx="989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/>
          <p:cNvSpPr txBox="1"/>
          <p:nvPr>
            <p:custDataLst>
              <p:tags r:id="rId53"/>
            </p:custDataLst>
          </p:nvPr>
        </p:nvSpPr>
        <p:spPr>
          <a:xfrm>
            <a:off x="10695305" y="6102985"/>
            <a:ext cx="77152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54"/>
            </p:custDataLst>
          </p:nvPr>
        </p:nvSpPr>
        <p:spPr>
          <a:xfrm>
            <a:off x="607695" y="16226790"/>
            <a:ext cx="10976610" cy="67335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55"/>
            </p:custDataLst>
          </p:nvPr>
        </p:nvSpPr>
        <p:spPr>
          <a:xfrm>
            <a:off x="570865" y="1584261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6484620" y="16289020"/>
            <a:ext cx="2123440" cy="1062990"/>
            <a:chOff x="7945" y="25665"/>
            <a:chExt cx="3344" cy="1674"/>
          </a:xfrm>
        </p:grpSpPr>
        <p:sp>
          <p:nvSpPr>
            <p:cNvPr id="72" name="文本框 71"/>
            <p:cNvSpPr txBox="1"/>
            <p:nvPr>
              <p:custDataLst>
                <p:tags r:id="rId56"/>
              </p:custDataLst>
            </p:nvPr>
          </p:nvSpPr>
          <p:spPr>
            <a:xfrm>
              <a:off x="8874" y="26975"/>
              <a:ext cx="2177" cy="35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7945" y="25665"/>
              <a:ext cx="3344" cy="1674"/>
              <a:chOff x="7945" y="25665"/>
              <a:chExt cx="3344" cy="1674"/>
            </a:xfrm>
          </p:grpSpPr>
          <p:sp>
            <p:nvSpPr>
              <p:cNvPr id="59" name="文本框 58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9250" y="25665"/>
                <a:ext cx="1637" cy="71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400" b="1">
                    <a:latin typeface="微软雅黑" panose="020B0503020204020204" charset="-122"/>
                    <a:ea typeface="微软雅黑" panose="020B0503020204020204" charset="-122"/>
                  </a:rPr>
                  <a:t>抖音</a:t>
                </a:r>
                <a:endParaRPr lang="zh-CN" altLang="en-US" sz="14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9714" y="26226"/>
                <a:ext cx="1337" cy="58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45.00%</a:t>
                </a:r>
                <a:endPara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0" name="圆角矩形 69"/>
              <p:cNvSpPr/>
              <p:nvPr>
                <p:custDataLst>
                  <p:tags r:id="rId59"/>
                </p:custDataLst>
              </p:nvPr>
            </p:nvSpPr>
            <p:spPr>
              <a:xfrm>
                <a:off x="7945" y="25678"/>
                <a:ext cx="3344" cy="1661"/>
              </a:xfrm>
              <a:prstGeom prst="roundRect">
                <a:avLst>
                  <a:gd name="adj" fmla="val 103"/>
                </a:avLst>
              </a:prstGeom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none">
                <a:noAutofit/>
              </a:bodyPr>
              <a:lstStyle/>
              <a:p>
                <a:pPr algn="l"/>
                <a:endParaRPr lang="zh-CN" altLang="en-US" sz="900" dirty="0">
                  <a:solidFill>
                    <a:sysClr val="windowText" lastClr="000000"/>
                  </a:solidFill>
                  <a:latin typeface="华文楷体" panose="02010600040101010101" charset="-122"/>
                </a:endParaRPr>
              </a:p>
            </p:txBody>
          </p:sp>
          <p:sp>
            <p:nvSpPr>
              <p:cNvPr id="71" name="文本框 70"/>
              <p:cNvSpPr txBox="1"/>
              <p:nvPr>
                <p:custDataLst>
                  <p:tags r:id="rId60"/>
                </p:custDataLst>
              </p:nvPr>
            </p:nvSpPr>
            <p:spPr>
              <a:xfrm>
                <a:off x="8873" y="26658"/>
                <a:ext cx="2268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3" name="文本框 72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8383" y="26256"/>
                <a:ext cx="1332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大盘占比</a:t>
                </a:r>
                <a:endPara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9387205" y="16289020"/>
            <a:ext cx="2123440" cy="1063625"/>
            <a:chOff x="11382" y="25665"/>
            <a:chExt cx="3344" cy="1675"/>
          </a:xfrm>
        </p:grpSpPr>
        <p:sp>
          <p:nvSpPr>
            <p:cNvPr id="75" name="文本框 74"/>
            <p:cNvSpPr txBox="1"/>
            <p:nvPr>
              <p:custDataLst>
                <p:tags r:id="rId62"/>
              </p:custDataLst>
            </p:nvPr>
          </p:nvSpPr>
          <p:spPr>
            <a:xfrm>
              <a:off x="12672" y="25665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京东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63"/>
              </p:custDataLst>
            </p:nvPr>
          </p:nvSpPr>
          <p:spPr>
            <a:xfrm>
              <a:off x="13084" y="26226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64"/>
              </p:custDataLst>
            </p:nvPr>
          </p:nvSpPr>
          <p:spPr>
            <a:xfrm>
              <a:off x="11382" y="25678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65"/>
              </p:custDataLst>
            </p:nvPr>
          </p:nvSpPr>
          <p:spPr>
            <a:xfrm>
              <a:off x="12241" y="26658"/>
              <a:ext cx="2270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66"/>
              </p:custDataLst>
            </p:nvPr>
          </p:nvSpPr>
          <p:spPr>
            <a:xfrm>
              <a:off x="12241" y="26975"/>
              <a:ext cx="2180" cy="36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67"/>
              </p:custDataLst>
            </p:nvPr>
          </p:nvSpPr>
          <p:spPr>
            <a:xfrm>
              <a:off x="11711" y="26256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06" name="图表 105"/>
          <p:cNvGraphicFramePr/>
          <p:nvPr>
            <p:custDataLst>
              <p:tags r:id="rId68"/>
            </p:custDataLst>
          </p:nvPr>
        </p:nvGraphicFramePr>
        <p:xfrm>
          <a:off x="670560" y="17440275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9" name="圆角矩形 108"/>
          <p:cNvSpPr/>
          <p:nvPr>
            <p:custDataLst>
              <p:tags r:id="rId69"/>
            </p:custDataLst>
          </p:nvPr>
        </p:nvSpPr>
        <p:spPr>
          <a:xfrm>
            <a:off x="669290" y="17440910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70"/>
            </p:custDataLst>
          </p:nvPr>
        </p:nvSpPr>
        <p:spPr>
          <a:xfrm>
            <a:off x="10625455" y="1751647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1" name="表格 152"/>
          <p:cNvGraphicFramePr>
            <a:graphicFrameLocks noGrp="1"/>
          </p:cNvGraphicFramePr>
          <p:nvPr>
            <p:custDataLst>
              <p:tags r:id="rId71"/>
            </p:custDataLst>
          </p:nvPr>
        </p:nvGraphicFramePr>
        <p:xfrm>
          <a:off x="669925" y="20127595"/>
          <a:ext cx="5203825" cy="27673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12140"/>
                <a:gridCol w="839470"/>
                <a:gridCol w="755015"/>
                <a:gridCol w="649605"/>
                <a:gridCol w="773430"/>
                <a:gridCol w="787400"/>
                <a:gridCol w="786765"/>
              </a:tblGrid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表格 152"/>
          <p:cNvGraphicFramePr>
            <a:graphicFrameLocks noGrp="1"/>
          </p:cNvGraphicFramePr>
          <p:nvPr>
            <p:custDataLst>
              <p:tags r:id="rId72"/>
            </p:custDataLst>
          </p:nvPr>
        </p:nvGraphicFramePr>
        <p:xfrm>
          <a:off x="6011545" y="20140295"/>
          <a:ext cx="5519420" cy="27546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48970"/>
                <a:gridCol w="820420"/>
                <a:gridCol w="870585"/>
                <a:gridCol w="688340"/>
                <a:gridCol w="821690"/>
                <a:gridCol w="835025"/>
                <a:gridCol w="834390"/>
              </a:tblGrid>
              <a:tr h="3136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文本框 112"/>
          <p:cNvSpPr txBox="1"/>
          <p:nvPr>
            <p:custDataLst>
              <p:tags r:id="rId73"/>
            </p:custDataLst>
          </p:nvPr>
        </p:nvSpPr>
        <p:spPr>
          <a:xfrm>
            <a:off x="594995" y="1983295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74"/>
            </p:custDataLst>
          </p:nvPr>
        </p:nvSpPr>
        <p:spPr>
          <a:xfrm>
            <a:off x="5935345" y="1983613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75"/>
            </p:custDataLst>
          </p:nvPr>
        </p:nvSpPr>
        <p:spPr>
          <a:xfrm>
            <a:off x="5069205" y="198805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76"/>
            </p:custDataLst>
          </p:nvPr>
        </p:nvSpPr>
        <p:spPr>
          <a:xfrm>
            <a:off x="10616565" y="1988248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>
            <p:custDataLst>
              <p:tags r:id="rId77"/>
            </p:custDataLst>
          </p:nvPr>
        </p:nvSpPr>
        <p:spPr>
          <a:xfrm>
            <a:off x="2436495" y="1701800"/>
            <a:ext cx="1729105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390140" y="3082290"/>
            <a:ext cx="2058670" cy="1224280"/>
            <a:chOff x="1021" y="4874"/>
            <a:chExt cx="3242" cy="1928"/>
          </a:xfrm>
        </p:grpSpPr>
        <p:sp>
          <p:nvSpPr>
            <p:cNvPr id="22" name="圆角矩形 21"/>
            <p:cNvSpPr/>
            <p:nvPr>
              <p:custDataLst>
                <p:tags r:id="rId78"/>
              </p:custDataLst>
            </p:nvPr>
          </p:nvSpPr>
          <p:spPr>
            <a:xfrm>
              <a:off x="1097" y="4874"/>
              <a:ext cx="2714" cy="1928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79"/>
              </p:custDataLst>
            </p:nvPr>
          </p:nvSpPr>
          <p:spPr>
            <a:xfrm>
              <a:off x="2393" y="5244"/>
              <a:ext cx="1870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1.00%    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0"/>
              </p:custDataLst>
            </p:nvPr>
          </p:nvSpPr>
          <p:spPr>
            <a:xfrm>
              <a:off x="2393" y="5860"/>
              <a:ext cx="1545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2.00 %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81"/>
              </p:custDataLst>
            </p:nvPr>
          </p:nvSpPr>
          <p:spPr>
            <a:xfrm>
              <a:off x="1073" y="6303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当日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lang="en-US" altLang="zh-CN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11,000</a:t>
              </a:r>
              <a:r>
                <a:rPr lang="zh-CN" altLang="en-US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7" name="文本框 176"/>
            <p:cNvSpPr txBox="1"/>
            <p:nvPr>
              <p:custDataLst>
                <p:tags r:id="rId82"/>
              </p:custDataLst>
            </p:nvPr>
          </p:nvSpPr>
          <p:spPr>
            <a:xfrm>
              <a:off x="1646" y="4874"/>
              <a:ext cx="1678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退款前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8" name="文本框 177"/>
            <p:cNvSpPr txBox="1"/>
            <p:nvPr>
              <p:custDataLst>
                <p:tags r:id="rId83"/>
              </p:custDataLst>
            </p:nvPr>
          </p:nvSpPr>
          <p:spPr>
            <a:xfrm>
              <a:off x="1021" y="5498"/>
              <a:ext cx="1774" cy="5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3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12,000</a:t>
              </a:r>
              <a:r>
                <a:rPr lang="zh-CN" altLang="en-US" sz="13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5" name="Rectangle: Rounded Corners 156"/>
          <p:cNvSpPr/>
          <p:nvPr>
            <p:custDataLst>
              <p:tags r:id="rId84"/>
            </p:custDataLst>
          </p:nvPr>
        </p:nvSpPr>
        <p:spPr>
          <a:xfrm>
            <a:off x="1571440" y="1327150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Rectangle: Rounded Corners 156"/>
          <p:cNvSpPr/>
          <p:nvPr>
            <p:custDataLst>
              <p:tags r:id="rId85"/>
            </p:custDataLst>
          </p:nvPr>
        </p:nvSpPr>
        <p:spPr>
          <a:xfrm>
            <a:off x="8665845" y="137668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Rectangle: Rounded Corners 156"/>
          <p:cNvSpPr/>
          <p:nvPr>
            <p:custDataLst>
              <p:tags r:id="rId86"/>
            </p:custDataLst>
          </p:nvPr>
        </p:nvSpPr>
        <p:spPr>
          <a:xfrm>
            <a:off x="96393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Rectangle: Rounded Corners 156"/>
          <p:cNvSpPr/>
          <p:nvPr>
            <p:custDataLst>
              <p:tags r:id="rId87"/>
            </p:custDataLst>
          </p:nvPr>
        </p:nvSpPr>
        <p:spPr>
          <a:xfrm>
            <a:off x="106045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4" name="组合 263"/>
          <p:cNvGrpSpPr/>
          <p:nvPr/>
        </p:nvGrpSpPr>
        <p:grpSpPr>
          <a:xfrm>
            <a:off x="9319895" y="9076055"/>
            <a:ext cx="2042160" cy="254635"/>
            <a:chOff x="1152" y="1541"/>
            <a:chExt cx="3216" cy="401"/>
          </a:xfrm>
        </p:grpSpPr>
        <p:grpSp>
          <p:nvGrpSpPr>
            <p:cNvPr id="265" name="组合 264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67" name="圆角矩形 266"/>
              <p:cNvSpPr/>
              <p:nvPr>
                <p:custDataLst>
                  <p:tags r:id="rId88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68" name="组合 267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72" name="文本框 271"/>
                <p:cNvSpPr txBox="1"/>
                <p:nvPr>
                  <p:custDataLst>
                    <p:tags r:id="rId89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3" name="圆角矩形 272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75" name="文本框 274"/>
            <p:cNvSpPr txBox="1"/>
            <p:nvPr>
              <p:custDataLst>
                <p:tags r:id="rId91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6" name="文本框 275"/>
          <p:cNvSpPr txBox="1"/>
          <p:nvPr>
            <p:custDataLst>
              <p:tags r:id="rId92"/>
            </p:custDataLst>
          </p:nvPr>
        </p:nvSpPr>
        <p:spPr>
          <a:xfrm>
            <a:off x="2223135" y="12171680"/>
            <a:ext cx="716089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注：展示指定的三级品类和产品简称（分全部、五大渠道、五个渠道展开），剩余的品类归为其他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9386570" y="12219940"/>
            <a:ext cx="2042160" cy="254635"/>
            <a:chOff x="1152" y="1541"/>
            <a:chExt cx="3216" cy="401"/>
          </a:xfrm>
        </p:grpSpPr>
        <p:grpSp>
          <p:nvGrpSpPr>
            <p:cNvPr id="278" name="组合 27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79" name="圆角矩形 278"/>
              <p:cNvSpPr/>
              <p:nvPr>
                <p:custDataLst>
                  <p:tags r:id="rId93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80" name="组合 27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81" name="文本框 280"/>
                <p:cNvSpPr txBox="1"/>
                <p:nvPr>
                  <p:custDataLst>
                    <p:tags r:id="rId94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82" name="圆角矩形 281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83" name="文本框 282"/>
            <p:cNvSpPr txBox="1"/>
            <p:nvPr>
              <p:custDataLst>
                <p:tags r:id="rId96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7" name="Group 16"/>
          <p:cNvGrpSpPr/>
          <p:nvPr/>
        </p:nvGrpSpPr>
        <p:grpSpPr>
          <a:xfrm>
            <a:off x="9561195" y="15906115"/>
            <a:ext cx="2016125" cy="253365"/>
            <a:chOff x="9645425" y="548559"/>
            <a:chExt cx="1845415" cy="253365"/>
          </a:xfrm>
        </p:grpSpPr>
        <p:sp>
          <p:nvSpPr>
            <p:cNvPr id="298" name="Rectangle: Top Corners Rounded 17"/>
            <p:cNvSpPr/>
            <p:nvPr>
              <p:custDataLst>
                <p:tags r:id="rId97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9" name="Rectangle: Single Corner Rounded 18"/>
            <p:cNvSpPr/>
            <p:nvPr>
              <p:custDataLst>
                <p:tags r:id="rId98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0" name="Isosceles Triangle 19"/>
            <p:cNvSpPr/>
            <p:nvPr>
              <p:custDataLst>
                <p:tags r:id="rId99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1" name="TextBox 20"/>
            <p:cNvSpPr txBox="1"/>
            <p:nvPr>
              <p:custDataLst>
                <p:tags r:id="rId100"/>
              </p:custDataLst>
            </p:nvPr>
          </p:nvSpPr>
          <p:spPr>
            <a:xfrm>
              <a:off x="9645425" y="548559"/>
              <a:ext cx="110318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2" name="Group 16"/>
          <p:cNvGrpSpPr/>
          <p:nvPr/>
        </p:nvGrpSpPr>
        <p:grpSpPr>
          <a:xfrm>
            <a:off x="5494024" y="15905480"/>
            <a:ext cx="1961511" cy="253365"/>
            <a:chOff x="9695415" y="548559"/>
            <a:chExt cx="1795425" cy="253365"/>
          </a:xfrm>
        </p:grpSpPr>
        <p:sp>
          <p:nvSpPr>
            <p:cNvPr id="303" name="Rectangle: Top Corners Rounded 17"/>
            <p:cNvSpPr/>
            <p:nvPr>
              <p:custDataLst>
                <p:tags r:id="rId101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4" name="Rectangle: Single Corner Rounded 18"/>
            <p:cNvSpPr/>
            <p:nvPr>
              <p:custDataLst>
                <p:tags r:id="rId102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5" name="Isosceles Triangle 19"/>
            <p:cNvSpPr/>
            <p:nvPr>
              <p:custDataLst>
                <p:tags r:id="rId103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6" name="TextBox 20"/>
            <p:cNvSpPr txBox="1"/>
            <p:nvPr>
              <p:custDataLst>
                <p:tags r:id="rId104"/>
              </p:custDataLst>
            </p:nvPr>
          </p:nvSpPr>
          <p:spPr>
            <a:xfrm>
              <a:off x="9695415" y="548559"/>
              <a:ext cx="992165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7" name="Group 16"/>
          <p:cNvGrpSpPr/>
          <p:nvPr/>
        </p:nvGrpSpPr>
        <p:grpSpPr>
          <a:xfrm>
            <a:off x="7512684" y="15906115"/>
            <a:ext cx="1985646" cy="253365"/>
            <a:chOff x="9673324" y="548559"/>
            <a:chExt cx="1817516" cy="253365"/>
          </a:xfrm>
        </p:grpSpPr>
        <p:sp>
          <p:nvSpPr>
            <p:cNvPr id="308" name="Rectangle: Top Corners Rounded 17"/>
            <p:cNvSpPr/>
            <p:nvPr>
              <p:custDataLst>
                <p:tags r:id="rId105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9" name="Rectangle: Single Corner Rounded 18"/>
            <p:cNvSpPr/>
            <p:nvPr>
              <p:custDataLst>
                <p:tags r:id="rId106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0" name="Isosceles Triangle 19"/>
            <p:cNvSpPr/>
            <p:nvPr>
              <p:custDataLst>
                <p:tags r:id="rId107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1" name="TextBox 20"/>
            <p:cNvSpPr txBox="1"/>
            <p:nvPr>
              <p:custDataLst>
                <p:tags r:id="rId108"/>
              </p:custDataLst>
            </p:nvPr>
          </p:nvSpPr>
          <p:spPr>
            <a:xfrm>
              <a:off x="9673324" y="548559"/>
              <a:ext cx="1075281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4" name="圆角矩形 123"/>
          <p:cNvSpPr/>
          <p:nvPr>
            <p:custDataLst>
              <p:tags r:id="rId109"/>
            </p:custDataLst>
          </p:nvPr>
        </p:nvSpPr>
        <p:spPr>
          <a:xfrm>
            <a:off x="647065" y="32364680"/>
            <a:ext cx="10987405" cy="48539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b="1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5" name="Rectangle: Rounded Corners 156"/>
          <p:cNvSpPr/>
          <p:nvPr>
            <p:custDataLst>
              <p:tags r:id="rId110"/>
            </p:custDataLst>
          </p:nvPr>
        </p:nvSpPr>
        <p:spPr>
          <a:xfrm>
            <a:off x="644525" y="3213608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ectangle: Rounded Corners 156"/>
          <p:cNvSpPr/>
          <p:nvPr>
            <p:custDataLst>
              <p:tags r:id="rId111"/>
            </p:custDataLst>
          </p:nvPr>
        </p:nvSpPr>
        <p:spPr>
          <a:xfrm>
            <a:off x="1617980" y="321360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7" name="表格 152"/>
          <p:cNvGraphicFramePr>
            <a:graphicFrameLocks noGrp="1"/>
          </p:cNvGraphicFramePr>
          <p:nvPr>
            <p:custDataLst>
              <p:tags r:id="rId112"/>
            </p:custDataLst>
          </p:nvPr>
        </p:nvGraphicFramePr>
        <p:xfrm>
          <a:off x="725805" y="37866955"/>
          <a:ext cx="10817225" cy="482663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8980"/>
                <a:gridCol w="684530"/>
                <a:gridCol w="683895"/>
                <a:gridCol w="683260"/>
                <a:gridCol w="675005"/>
                <a:gridCol w="746125"/>
                <a:gridCol w="772795"/>
                <a:gridCol w="791845"/>
                <a:gridCol w="692785"/>
                <a:gridCol w="782955"/>
                <a:gridCol w="583565"/>
              </a:tblGrid>
              <a:tr h="28384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3845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散粉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粉饼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定妆喷雾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气垫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BB/CC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321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4" name="圆角矩形 153"/>
          <p:cNvSpPr/>
          <p:nvPr>
            <p:custDataLst>
              <p:tags r:id="rId113"/>
            </p:custDataLst>
          </p:nvPr>
        </p:nvSpPr>
        <p:spPr>
          <a:xfrm>
            <a:off x="643255" y="37524055"/>
            <a:ext cx="10987405" cy="504761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5" name="Rectangle: Rounded Corners 156"/>
          <p:cNvSpPr/>
          <p:nvPr>
            <p:custDataLst>
              <p:tags r:id="rId114"/>
            </p:custDataLst>
          </p:nvPr>
        </p:nvSpPr>
        <p:spPr>
          <a:xfrm>
            <a:off x="650240" y="37295455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Rectangle: Rounded Corners 156"/>
          <p:cNvSpPr/>
          <p:nvPr>
            <p:custDataLst>
              <p:tags r:id="rId115"/>
            </p:custDataLst>
          </p:nvPr>
        </p:nvSpPr>
        <p:spPr>
          <a:xfrm>
            <a:off x="1623695" y="37295455"/>
            <a:ext cx="971550" cy="2292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116"/>
            </p:custDataLst>
          </p:nvPr>
        </p:nvSpPr>
        <p:spPr>
          <a:xfrm>
            <a:off x="10764520" y="320979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>
            <p:custDataLst>
              <p:tags r:id="rId117"/>
            </p:custDataLst>
          </p:nvPr>
        </p:nvSpPr>
        <p:spPr>
          <a:xfrm>
            <a:off x="10768330" y="3727894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22" name="图表 421"/>
          <p:cNvGraphicFramePr/>
          <p:nvPr>
            <p:custDataLst>
              <p:tags r:id="rId118"/>
            </p:custDataLst>
          </p:nvPr>
        </p:nvGraphicFramePr>
        <p:xfrm>
          <a:off x="6091555" y="170180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圆角矩形 89"/>
          <p:cNvSpPr/>
          <p:nvPr>
            <p:custDataLst>
              <p:tags r:id="rId119"/>
            </p:custDataLst>
          </p:nvPr>
        </p:nvSpPr>
        <p:spPr>
          <a:xfrm>
            <a:off x="6082030" y="1704975"/>
            <a:ext cx="54178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120"/>
            </p:custDataLst>
          </p:nvPr>
        </p:nvSpPr>
        <p:spPr>
          <a:xfrm>
            <a:off x="6082030" y="3723005"/>
            <a:ext cx="5418455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04" name="文本框 203"/>
          <p:cNvSpPr txBox="1"/>
          <p:nvPr>
            <p:custDataLst>
              <p:tags r:id="rId121"/>
            </p:custDataLst>
          </p:nvPr>
        </p:nvSpPr>
        <p:spPr>
          <a:xfrm>
            <a:off x="7550150" y="1704975"/>
            <a:ext cx="2682875" cy="3536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渠道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8" name="文本框 347"/>
          <p:cNvSpPr txBox="1"/>
          <p:nvPr>
            <p:custDataLst>
              <p:tags r:id="rId122"/>
            </p:custDataLst>
          </p:nvPr>
        </p:nvSpPr>
        <p:spPr>
          <a:xfrm>
            <a:off x="7512685" y="3723005"/>
            <a:ext cx="2682875" cy="3536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品类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23"/>
            </p:custDataLst>
          </p:nvPr>
        </p:nvSpPr>
        <p:spPr>
          <a:xfrm>
            <a:off x="10589260" y="3723005"/>
            <a:ext cx="8909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24"/>
            </p:custDataLst>
          </p:nvPr>
        </p:nvSpPr>
        <p:spPr>
          <a:xfrm>
            <a:off x="10583545" y="1718310"/>
            <a:ext cx="8909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25"/>
            </p:custDataLst>
          </p:nvPr>
        </p:nvSpPr>
        <p:spPr>
          <a:xfrm>
            <a:off x="5059045" y="2358644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21030" y="26335355"/>
            <a:ext cx="11015345" cy="2477770"/>
            <a:chOff x="1036" y="45547"/>
            <a:chExt cx="17347" cy="3902"/>
          </a:xfrm>
        </p:grpSpPr>
        <p:graphicFrame>
          <p:nvGraphicFramePr>
            <p:cNvPr id="66" name="图表 65"/>
            <p:cNvGraphicFramePr/>
            <p:nvPr>
              <p:custDataLst>
                <p:tags r:id="rId126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74" name="圆角矩形 73"/>
            <p:cNvSpPr/>
            <p:nvPr>
              <p:custDataLst>
                <p:tags r:id="rId127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文本框 80"/>
            <p:cNvSpPr txBox="1"/>
            <p:nvPr>
              <p:custDataLst>
                <p:tags r:id="rId128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453880" y="1044575"/>
            <a:ext cx="2042160" cy="254635"/>
            <a:chOff x="1152" y="1541"/>
            <a:chExt cx="3216" cy="401"/>
          </a:xfrm>
        </p:grpSpPr>
        <p:grpSp>
          <p:nvGrpSpPr>
            <p:cNvPr id="11" name="组合 10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49" name="圆角矩形 48"/>
              <p:cNvSpPr/>
              <p:nvPr>
                <p:custDataLst>
                  <p:tags r:id="rId129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53" name="文本框 52"/>
                <p:cNvSpPr txBox="1"/>
                <p:nvPr>
                  <p:custDataLst>
                    <p:tags r:id="rId130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8" name="圆角矩形 57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4" name="文本框 63"/>
            <p:cNvSpPr txBox="1"/>
            <p:nvPr>
              <p:custDataLst>
                <p:tags r:id="rId132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5" name="文本框 64"/>
          <p:cNvSpPr txBox="1"/>
          <p:nvPr>
            <p:custDataLst>
              <p:tags r:id="rId133"/>
            </p:custDataLst>
          </p:nvPr>
        </p:nvSpPr>
        <p:spPr>
          <a:xfrm>
            <a:off x="4632960" y="1731645"/>
            <a:ext cx="140208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与目标差异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134"/>
            </p:custDataLst>
          </p:nvPr>
        </p:nvSpPr>
        <p:spPr>
          <a:xfrm>
            <a:off x="4683760" y="2312670"/>
            <a:ext cx="1138555" cy="372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2" name="图表 161"/>
          <p:cNvGraphicFramePr/>
          <p:nvPr>
            <p:custDataLst>
              <p:tags r:id="rId135"/>
            </p:custDataLst>
          </p:nvPr>
        </p:nvGraphicFramePr>
        <p:xfrm>
          <a:off x="6019800" y="23340695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3" name="圆角矩形 162"/>
          <p:cNvSpPr/>
          <p:nvPr>
            <p:custDataLst>
              <p:tags r:id="rId136"/>
            </p:custDataLst>
          </p:nvPr>
        </p:nvSpPr>
        <p:spPr>
          <a:xfrm>
            <a:off x="6019800" y="23341965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37"/>
            </p:custDataLst>
          </p:nvPr>
        </p:nvSpPr>
        <p:spPr>
          <a:xfrm>
            <a:off x="10764520" y="23696930"/>
            <a:ext cx="862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3582035" y="16289020"/>
            <a:ext cx="2123440" cy="1071245"/>
            <a:chOff x="4508" y="25665"/>
            <a:chExt cx="3344" cy="1687"/>
          </a:xfrm>
        </p:grpSpPr>
        <p:sp>
          <p:nvSpPr>
            <p:cNvPr id="40" name="文本框 39"/>
            <p:cNvSpPr txBox="1"/>
            <p:nvPr>
              <p:custDataLst>
                <p:tags r:id="rId138"/>
              </p:custDataLst>
            </p:nvPr>
          </p:nvSpPr>
          <p:spPr>
            <a:xfrm>
              <a:off x="5773" y="25665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9"/>
              </p:custDataLst>
            </p:nvPr>
          </p:nvSpPr>
          <p:spPr>
            <a:xfrm>
              <a:off x="6328" y="26226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140"/>
              </p:custDataLst>
            </p:nvPr>
          </p:nvSpPr>
          <p:spPr>
            <a:xfrm>
              <a:off x="5420" y="26658"/>
              <a:ext cx="2335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141"/>
              </p:custDataLst>
            </p:nvPr>
          </p:nvSpPr>
          <p:spPr>
            <a:xfrm>
              <a:off x="5420" y="26975"/>
              <a:ext cx="2245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42"/>
              </p:custDataLst>
            </p:nvPr>
          </p:nvSpPr>
          <p:spPr>
            <a:xfrm>
              <a:off x="4996" y="26256"/>
              <a:ext cx="136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圆角矩形 103"/>
            <p:cNvSpPr/>
            <p:nvPr>
              <p:custDataLst>
                <p:tags r:id="rId143"/>
              </p:custDataLst>
            </p:nvPr>
          </p:nvSpPr>
          <p:spPr>
            <a:xfrm>
              <a:off x="4508" y="25691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679450" y="16289020"/>
            <a:ext cx="2124075" cy="1056640"/>
            <a:chOff x="1070" y="25678"/>
            <a:chExt cx="3345" cy="1664"/>
          </a:xfrm>
        </p:grpSpPr>
        <p:sp>
          <p:nvSpPr>
            <p:cNvPr id="48" name="圆角矩形 47"/>
            <p:cNvSpPr/>
            <p:nvPr>
              <p:custDataLst>
                <p:tags r:id="rId144"/>
              </p:custDataLst>
            </p:nvPr>
          </p:nvSpPr>
          <p:spPr>
            <a:xfrm>
              <a:off x="1070" y="25678"/>
              <a:ext cx="3345" cy="1661"/>
            </a:xfrm>
            <a:prstGeom prst="roundRect">
              <a:avLst>
                <a:gd name="adj" fmla="val 103"/>
              </a:avLst>
            </a:prstGeom>
            <a:ln w="19050"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1779" y="25783"/>
              <a:ext cx="2412" cy="1559"/>
              <a:chOff x="5603" y="25449"/>
              <a:chExt cx="2412" cy="1559"/>
            </a:xfrm>
          </p:grpSpPr>
          <p:sp>
            <p:nvSpPr>
              <p:cNvPr id="118" name="文本框 117"/>
              <p:cNvSpPr txBox="1"/>
              <p:nvPr>
                <p:custDataLst>
                  <p:tags r:id="rId145"/>
                </p:custDataLst>
              </p:nvPr>
            </p:nvSpPr>
            <p:spPr>
              <a:xfrm>
                <a:off x="5840" y="25882"/>
                <a:ext cx="1337" cy="58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50.00%</a:t>
                </a:r>
                <a:endPara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146"/>
                </p:custDataLst>
              </p:nvPr>
            </p:nvSpPr>
            <p:spPr>
              <a:xfrm>
                <a:off x="5604" y="26314"/>
                <a:ext cx="2411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0" name="文本框 169"/>
              <p:cNvSpPr txBox="1"/>
              <p:nvPr>
                <p:custDataLst>
                  <p:tags r:id="rId147"/>
                </p:custDataLst>
              </p:nvPr>
            </p:nvSpPr>
            <p:spPr>
              <a:xfrm>
                <a:off x="5603" y="26654"/>
                <a:ext cx="2322" cy="35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3" name="文本框 182"/>
              <p:cNvSpPr txBox="1"/>
              <p:nvPr>
                <p:custDataLst>
                  <p:tags r:id="rId148"/>
                </p:custDataLst>
              </p:nvPr>
            </p:nvSpPr>
            <p:spPr>
              <a:xfrm>
                <a:off x="5674" y="25449"/>
                <a:ext cx="2126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4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大盘占比</a:t>
                </a:r>
                <a:endPara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92" name="文本框 191"/>
          <p:cNvSpPr txBox="1"/>
          <p:nvPr>
            <p:custDataLst>
              <p:tags r:id="rId149"/>
            </p:custDataLst>
          </p:nvPr>
        </p:nvSpPr>
        <p:spPr>
          <a:xfrm>
            <a:off x="1280160" y="17362170"/>
            <a:ext cx="320675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、第一个指标卡代表的是天猫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抖音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京东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三个平台的市场占有率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、上方四张指标卡联动底下的趋势图和排名表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196" name="直接箭头连接符 195"/>
          <p:cNvCxnSpPr/>
          <p:nvPr/>
        </p:nvCxnSpPr>
        <p:spPr>
          <a:xfrm flipH="1">
            <a:off x="1129665" y="17412335"/>
            <a:ext cx="8255" cy="2203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150"/>
            </p:custDataLst>
          </p:nvPr>
        </p:nvSpPr>
        <p:spPr>
          <a:xfrm>
            <a:off x="10715625" y="1778825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51"/>
            </p:custDataLst>
          </p:nvPr>
        </p:nvSpPr>
        <p:spPr>
          <a:xfrm>
            <a:off x="10707370" y="1849755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Rectangle: Rounded Corners 156"/>
          <p:cNvSpPr/>
          <p:nvPr>
            <p:custDataLst>
              <p:tags r:id="rId152"/>
            </p:custDataLst>
          </p:nvPr>
        </p:nvSpPr>
        <p:spPr>
          <a:xfrm>
            <a:off x="25429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53"/>
            </p:custDataLst>
          </p:nvPr>
        </p:nvSpPr>
        <p:spPr>
          <a:xfrm>
            <a:off x="1932305" y="5963285"/>
            <a:ext cx="2293620" cy="280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趋势图展示报告日期前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30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天的数据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4"/>
            </p:custDataLst>
          </p:nvPr>
        </p:nvSpPr>
        <p:spPr>
          <a:xfrm>
            <a:off x="5949315" y="1172210"/>
            <a:ext cx="2608580" cy="5835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注：月末最后一天，没有达标的渠道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品类会标红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155"/>
            </p:custDataLst>
          </p:nvPr>
        </p:nvSpPr>
        <p:spPr>
          <a:xfrm>
            <a:off x="1053465" y="4407535"/>
            <a:ext cx="112522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  <a:endParaRPr lang="zh-CN" altLang="en-US" sz="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>
            <p:custDataLst>
              <p:tags r:id="rId156"/>
            </p:custDataLst>
          </p:nvPr>
        </p:nvSpPr>
        <p:spPr>
          <a:xfrm>
            <a:off x="664210" y="4392295"/>
            <a:ext cx="1717040" cy="130175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157"/>
            </p:custDataLst>
          </p:nvPr>
        </p:nvSpPr>
        <p:spPr>
          <a:xfrm>
            <a:off x="568960" y="4765357"/>
            <a:ext cx="114427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8,000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158"/>
            </p:custDataLst>
          </p:nvPr>
        </p:nvSpPr>
        <p:spPr>
          <a:xfrm>
            <a:off x="1477011" y="4658995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159"/>
            </p:custDataLst>
          </p:nvPr>
        </p:nvSpPr>
        <p:spPr>
          <a:xfrm>
            <a:off x="1477011" y="5000625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160"/>
            </p:custDataLst>
          </p:nvPr>
        </p:nvSpPr>
        <p:spPr>
          <a:xfrm>
            <a:off x="701675" y="5273992"/>
            <a:ext cx="117221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7,500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218305" y="4408805"/>
            <a:ext cx="1817370" cy="1301750"/>
            <a:chOff x="3839" y="6928"/>
            <a:chExt cx="2862" cy="2050"/>
          </a:xfrm>
        </p:grpSpPr>
        <p:sp>
          <p:nvSpPr>
            <p:cNvPr id="92" name="文本框 91"/>
            <p:cNvSpPr txBox="1"/>
            <p:nvPr>
              <p:custDataLst>
                <p:tags r:id="rId161"/>
              </p:custDataLst>
            </p:nvPr>
          </p:nvSpPr>
          <p:spPr>
            <a:xfrm>
              <a:off x="4678" y="6952"/>
              <a:ext cx="1632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费比</a:t>
              </a:r>
              <a:r>
                <a:rPr lang="zh-CN" altLang="en-US" sz="800" b="1" dirty="0">
                  <a:latin typeface="微软雅黑" panose="020B0503020204020204" charset="-122"/>
                  <a:ea typeface="微软雅黑" panose="020B0503020204020204" charset="-122"/>
                </a:rPr>
                <a:t>（含税）</a:t>
              </a:r>
              <a:endParaRPr lang="zh-CN" altLang="en-US" sz="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圆角矩形 92"/>
            <p:cNvSpPr/>
            <p:nvPr>
              <p:custDataLst>
                <p:tags r:id="rId162"/>
              </p:custDataLst>
            </p:nvPr>
          </p:nvSpPr>
          <p:spPr>
            <a:xfrm>
              <a:off x="3839" y="6928"/>
              <a:ext cx="2862" cy="2050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00" name="文本框 99"/>
            <p:cNvSpPr txBox="1"/>
            <p:nvPr>
              <p:custDataLst>
                <p:tags r:id="rId163"/>
              </p:custDataLst>
            </p:nvPr>
          </p:nvSpPr>
          <p:spPr>
            <a:xfrm>
              <a:off x="4419" y="7602"/>
              <a:ext cx="1812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50.00%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164"/>
              </p:custDataLst>
            </p:nvPr>
          </p:nvSpPr>
          <p:spPr>
            <a:xfrm>
              <a:off x="4464" y="8279"/>
              <a:ext cx="1846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当日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lang="en-US" altLang="zh-CN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48%</a:t>
              </a:r>
              <a:endPara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6" name="文本框 95"/>
          <p:cNvSpPr txBox="1"/>
          <p:nvPr>
            <p:custDataLst>
              <p:tags r:id="rId165"/>
            </p:custDataLst>
          </p:nvPr>
        </p:nvSpPr>
        <p:spPr>
          <a:xfrm>
            <a:off x="2863215" y="4408805"/>
            <a:ext cx="113411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r>
              <a:rPr lang="zh-CN" altLang="en-US" sz="800" b="1" dirty="0">
                <a:latin typeface="微软雅黑" panose="020B0503020204020204" charset="-122"/>
                <a:ea typeface="微软雅黑" panose="020B0503020204020204" charset="-122"/>
              </a:rPr>
              <a:t>（含税）</a:t>
            </a:r>
            <a:endParaRPr lang="zh-CN" altLang="en-US" sz="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>
            <p:custDataLst>
              <p:tags r:id="rId166"/>
            </p:custDataLst>
          </p:nvPr>
        </p:nvSpPr>
        <p:spPr>
          <a:xfrm>
            <a:off x="2436495" y="4393565"/>
            <a:ext cx="1724660" cy="129984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167"/>
            </p:custDataLst>
          </p:nvPr>
        </p:nvSpPr>
        <p:spPr>
          <a:xfrm>
            <a:off x="2388870" y="4809490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>
            <p:custDataLst>
              <p:tags r:id="rId168"/>
            </p:custDataLst>
          </p:nvPr>
        </p:nvSpPr>
        <p:spPr>
          <a:xfrm>
            <a:off x="3304540" y="4658360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/>
          <p:cNvSpPr txBox="1"/>
          <p:nvPr>
            <p:custDataLst>
              <p:tags r:id="rId169"/>
            </p:custDataLst>
          </p:nvPr>
        </p:nvSpPr>
        <p:spPr>
          <a:xfrm>
            <a:off x="3304540" y="4999990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/>
          <p:cNvSpPr txBox="1"/>
          <p:nvPr>
            <p:custDataLst>
              <p:tags r:id="rId170"/>
            </p:custDataLst>
          </p:nvPr>
        </p:nvSpPr>
        <p:spPr>
          <a:xfrm>
            <a:off x="2465705" y="5252085"/>
            <a:ext cx="117221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/>
          <p:cNvSpPr txBox="1"/>
          <p:nvPr>
            <p:custDataLst>
              <p:tags r:id="rId171"/>
            </p:custDataLst>
          </p:nvPr>
        </p:nvSpPr>
        <p:spPr>
          <a:xfrm>
            <a:off x="3705225" y="37578030"/>
            <a:ext cx="731710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注：指定二级品类铺开，默认收起，点击可往下展开到三级品类；增加三个按钮，全部、达播、非达播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72"/>
            </p:custDataLst>
          </p:nvPr>
        </p:nvSpPr>
        <p:spPr>
          <a:xfrm>
            <a:off x="1480185" y="3396298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57860" y="3082290"/>
            <a:ext cx="1798320" cy="1224280"/>
            <a:chOff x="3839" y="4874"/>
            <a:chExt cx="2832" cy="1928"/>
          </a:xfrm>
        </p:grpSpPr>
        <p:sp>
          <p:nvSpPr>
            <p:cNvPr id="26" name="圆角矩形 25"/>
            <p:cNvSpPr/>
            <p:nvPr>
              <p:custDataLst>
                <p:tags r:id="rId173"/>
              </p:custDataLst>
            </p:nvPr>
          </p:nvSpPr>
          <p:spPr>
            <a:xfrm>
              <a:off x="3839" y="4874"/>
              <a:ext cx="2714" cy="1928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74"/>
              </p:custDataLst>
            </p:nvPr>
          </p:nvSpPr>
          <p:spPr>
            <a:xfrm>
              <a:off x="4037" y="4874"/>
              <a:ext cx="2580" cy="53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退款后销量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-GMV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75"/>
              </p:custDataLst>
            </p:nvPr>
          </p:nvSpPr>
          <p:spPr>
            <a:xfrm>
              <a:off x="3972" y="5563"/>
              <a:ext cx="1418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10</a:t>
              </a: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76"/>
              </p:custDataLst>
            </p:nvPr>
          </p:nvSpPr>
          <p:spPr>
            <a:xfrm>
              <a:off x="5126" y="5822"/>
              <a:ext cx="1545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77"/>
              </p:custDataLst>
            </p:nvPr>
          </p:nvSpPr>
          <p:spPr>
            <a:xfrm>
              <a:off x="4207" y="6240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当日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0.60</a:t>
              </a: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178"/>
            </p:custDataLst>
          </p:nvPr>
        </p:nvSpPr>
        <p:spPr>
          <a:xfrm>
            <a:off x="581660" y="2331085"/>
            <a:ext cx="2091055" cy="3854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业务测算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GMV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: Rounded Corners 156"/>
          <p:cNvSpPr/>
          <p:nvPr>
            <p:custDataLst>
              <p:tags r:id="rId179"/>
            </p:custDataLst>
          </p:nvPr>
        </p:nvSpPr>
        <p:spPr>
          <a:xfrm>
            <a:off x="5631815" y="9033510"/>
            <a:ext cx="828040" cy="2971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180"/>
            </p:custDataLst>
          </p:nvPr>
        </p:nvSpPr>
        <p:spPr>
          <a:xfrm>
            <a:off x="2803525" y="32125285"/>
            <a:ext cx="494982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注：默认到店铺收起，点击可展开看业务单元的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5" name="Rectangle: Rounded Corners 156"/>
          <p:cNvSpPr/>
          <p:nvPr>
            <p:custDataLst>
              <p:tags r:id="rId181"/>
            </p:custDataLst>
          </p:nvPr>
        </p:nvSpPr>
        <p:spPr>
          <a:xfrm>
            <a:off x="719455" y="1245362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: Rounded Corners 156"/>
          <p:cNvSpPr/>
          <p:nvPr>
            <p:custDataLst>
              <p:tags r:id="rId182"/>
            </p:custDataLst>
          </p:nvPr>
        </p:nvSpPr>
        <p:spPr>
          <a:xfrm>
            <a:off x="1529080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五大渠道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: Rounded Corners 156"/>
          <p:cNvSpPr/>
          <p:nvPr>
            <p:custDataLst>
              <p:tags r:id="rId183"/>
            </p:custDataLst>
          </p:nvPr>
        </p:nvSpPr>
        <p:spPr>
          <a:xfrm>
            <a:off x="2350135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Rectangle: Rounded Corners 156"/>
          <p:cNvSpPr/>
          <p:nvPr>
            <p:custDataLst>
              <p:tags r:id="rId184"/>
            </p:custDataLst>
          </p:nvPr>
        </p:nvSpPr>
        <p:spPr>
          <a:xfrm>
            <a:off x="3171190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Rectangle: Rounded Corners 156"/>
          <p:cNvSpPr/>
          <p:nvPr>
            <p:custDataLst>
              <p:tags r:id="rId185"/>
            </p:custDataLst>
          </p:nvPr>
        </p:nvSpPr>
        <p:spPr>
          <a:xfrm>
            <a:off x="3992245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Rectangle: Rounded Corners 156"/>
          <p:cNvSpPr/>
          <p:nvPr>
            <p:custDataLst>
              <p:tags r:id="rId186"/>
            </p:custDataLst>
          </p:nvPr>
        </p:nvSpPr>
        <p:spPr>
          <a:xfrm>
            <a:off x="4802505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Rectangle: Rounded Corners 156"/>
          <p:cNvSpPr/>
          <p:nvPr>
            <p:custDataLst>
              <p:tags r:id="rId187"/>
            </p:custDataLst>
          </p:nvPr>
        </p:nvSpPr>
        <p:spPr>
          <a:xfrm>
            <a:off x="5630545" y="124523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Rectangle: Rounded Corners 156"/>
          <p:cNvSpPr/>
          <p:nvPr>
            <p:custDataLst>
              <p:tags r:id="rId188"/>
            </p:custDataLst>
          </p:nvPr>
        </p:nvSpPr>
        <p:spPr>
          <a:xfrm>
            <a:off x="728980" y="37623750"/>
            <a:ext cx="971550" cy="234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Rectangle: Rounded Corners 156"/>
          <p:cNvSpPr/>
          <p:nvPr>
            <p:custDataLst>
              <p:tags r:id="rId189"/>
            </p:custDataLst>
          </p:nvPr>
        </p:nvSpPr>
        <p:spPr>
          <a:xfrm>
            <a:off x="1700530" y="3762375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ectangle: Rounded Corners 156"/>
          <p:cNvSpPr/>
          <p:nvPr>
            <p:custDataLst>
              <p:tags r:id="rId190"/>
            </p:custDataLst>
          </p:nvPr>
        </p:nvSpPr>
        <p:spPr>
          <a:xfrm>
            <a:off x="2661285" y="3762375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非达播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Rectangle: Rounded Corners 156"/>
          <p:cNvSpPr/>
          <p:nvPr>
            <p:custDataLst>
              <p:tags r:id="rId191"/>
            </p:custDataLst>
          </p:nvPr>
        </p:nvSpPr>
        <p:spPr>
          <a:xfrm>
            <a:off x="6459578" y="1245552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/>
          <p:cNvSpPr txBox="1"/>
          <p:nvPr>
            <p:custDataLst>
              <p:tags r:id="rId192"/>
            </p:custDataLst>
          </p:nvPr>
        </p:nvSpPr>
        <p:spPr>
          <a:xfrm>
            <a:off x="2158925" y="14193203"/>
            <a:ext cx="716089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注：默认展示三级品类收起，点击可展开到产品简称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48" name="文本框 247"/>
          <p:cNvSpPr txBox="1"/>
          <p:nvPr>
            <p:custDataLst>
              <p:tags r:id="rId193"/>
            </p:custDataLst>
          </p:nvPr>
        </p:nvSpPr>
        <p:spPr>
          <a:xfrm>
            <a:off x="1397317" y="11729085"/>
            <a:ext cx="716089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注：全部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20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个左右业务单元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194"/>
            </p:custDataLst>
          </p:nvPr>
        </p:nvSpPr>
        <p:spPr>
          <a:xfrm>
            <a:off x="4210050" y="3094990"/>
            <a:ext cx="1824990" cy="12242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95"/>
            </p:custDataLst>
          </p:nvPr>
        </p:nvSpPr>
        <p:spPr>
          <a:xfrm>
            <a:off x="4443730" y="3094990"/>
            <a:ext cx="1505585" cy="34163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退款前销量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-GMV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96"/>
            </p:custDataLst>
          </p:nvPr>
        </p:nvSpPr>
        <p:spPr>
          <a:xfrm>
            <a:off x="4294505" y="3532505"/>
            <a:ext cx="900430" cy="37147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97"/>
            </p:custDataLst>
          </p:nvPr>
        </p:nvSpPr>
        <p:spPr>
          <a:xfrm>
            <a:off x="5027295" y="3696970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98"/>
            </p:custDataLst>
          </p:nvPr>
        </p:nvSpPr>
        <p:spPr>
          <a:xfrm>
            <a:off x="4443730" y="3962400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0.60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99"/>
            </p:custDataLst>
          </p:nvPr>
        </p:nvSpPr>
        <p:spPr>
          <a:xfrm>
            <a:off x="5036185" y="3400108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/>
          <p:cNvSpPr txBox="1"/>
          <p:nvPr>
            <p:custDataLst>
              <p:tags r:id="rId200"/>
            </p:custDataLst>
          </p:nvPr>
        </p:nvSpPr>
        <p:spPr>
          <a:xfrm>
            <a:off x="2589530" y="15842615"/>
            <a:ext cx="2226945" cy="104838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底下两个排名表，没有总体的排名，默认显示天猫的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01"/>
            </p:custDataLst>
          </p:nvPr>
        </p:nvSpPr>
        <p:spPr>
          <a:xfrm>
            <a:off x="1343025" y="2405380"/>
            <a:ext cx="918210" cy="23495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10,800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万元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202"/>
            </p:custDataLst>
          </p:nvPr>
        </p:nvSpPr>
        <p:spPr>
          <a:xfrm>
            <a:off x="1736090" y="19625945"/>
            <a:ext cx="320675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表标题名称要根据切换的平台变化，如展示天猫的排名时，显示为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天猫品牌排名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148" name="Group 16"/>
          <p:cNvGrpSpPr/>
          <p:nvPr/>
        </p:nvGrpSpPr>
        <p:grpSpPr>
          <a:xfrm>
            <a:off x="7145020" y="662305"/>
            <a:ext cx="2165985" cy="295275"/>
            <a:chOff x="9508255" y="513634"/>
            <a:chExt cx="1982585" cy="295275"/>
          </a:xfrm>
        </p:grpSpPr>
        <p:sp>
          <p:nvSpPr>
            <p:cNvPr id="149" name="Rectangle: Top Corners Rounded 17"/>
            <p:cNvSpPr/>
            <p:nvPr>
              <p:custDataLst>
                <p:tags r:id="rId203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3" name="Rectangle: Single Corner Rounded 18"/>
            <p:cNvSpPr/>
            <p:nvPr>
              <p:custDataLst>
                <p:tags r:id="rId204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Isosceles Triangle 19"/>
            <p:cNvSpPr/>
            <p:nvPr>
              <p:custDataLst>
                <p:tags r:id="rId205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2" name="TextBox 20"/>
            <p:cNvSpPr txBox="1"/>
            <p:nvPr>
              <p:custDataLst>
                <p:tags r:id="rId206"/>
              </p:custDataLst>
            </p:nvPr>
          </p:nvSpPr>
          <p:spPr>
            <a:xfrm>
              <a:off x="9508255" y="548559"/>
              <a:ext cx="78757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2" name="文本框 81"/>
          <p:cNvSpPr txBox="1"/>
          <p:nvPr>
            <p:custDataLst>
              <p:tags r:id="rId207"/>
            </p:custDataLst>
          </p:nvPr>
        </p:nvSpPr>
        <p:spPr>
          <a:xfrm>
            <a:off x="2283460" y="35716210"/>
            <a:ext cx="2101850" cy="24511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208"/>
            </p:custDataLst>
          </p:nvPr>
        </p:nvSpPr>
        <p:spPr>
          <a:xfrm>
            <a:off x="2283460" y="41473755"/>
            <a:ext cx="2101850" cy="24511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文本框 286"/>
          <p:cNvSpPr txBox="1"/>
          <p:nvPr>
            <p:custDataLst>
              <p:tags r:id="rId209"/>
            </p:custDataLst>
          </p:nvPr>
        </p:nvSpPr>
        <p:spPr>
          <a:xfrm>
            <a:off x="3582035" y="25564465"/>
            <a:ext cx="332867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注：点击前五个费用大类可联动右侧的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表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默认显示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全部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2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图表 157"/>
          <p:cNvGraphicFramePr/>
          <p:nvPr>
            <p:custDataLst>
              <p:tags r:id="rId11"/>
            </p:custDataLst>
          </p:nvPr>
        </p:nvGraphicFramePr>
        <p:xfrm>
          <a:off x="6129655" y="1697990"/>
          <a:ext cx="5294630" cy="2310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0" name="图表 159"/>
          <p:cNvGraphicFramePr/>
          <p:nvPr>
            <p:custDataLst>
              <p:tags r:id="rId12"/>
            </p:custDataLst>
          </p:nvPr>
        </p:nvGraphicFramePr>
        <p:xfrm>
          <a:off x="6130290" y="4093845"/>
          <a:ext cx="5294630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图表 13"/>
          <p:cNvGraphicFramePr/>
          <p:nvPr>
            <p:custDataLst>
              <p:tags r:id="rId13"/>
            </p:custDataLst>
          </p:nvPr>
        </p:nvGraphicFramePr>
        <p:xfrm>
          <a:off x="6184822" y="6508115"/>
          <a:ext cx="5281930" cy="2360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图表 1"/>
          <p:cNvGraphicFramePr/>
          <p:nvPr>
            <p:custDataLst>
              <p:tags r:id="rId14"/>
            </p:custDataLst>
          </p:nvPr>
        </p:nvGraphicFramePr>
        <p:xfrm>
          <a:off x="734695" y="9070340"/>
          <a:ext cx="10730230" cy="237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文本框 12"/>
          <p:cNvSpPr txBox="1"/>
          <p:nvPr>
            <p:custDataLst>
              <p:tags r:id="rId15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公司月度经营看板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16"/>
            </p:custDataLst>
          </p:nvPr>
        </p:nvSpPr>
        <p:spPr>
          <a:xfrm>
            <a:off x="637540" y="1647879"/>
            <a:ext cx="10975975" cy="737425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9349105" y="665480"/>
            <a:ext cx="2252980" cy="295275"/>
            <a:chOff x="9428626" y="513634"/>
            <a:chExt cx="2062214" cy="295275"/>
          </a:xfrm>
        </p:grpSpPr>
        <p:sp>
          <p:nvSpPr>
            <p:cNvPr id="12" name="Rectangle: Top Corners Rounded 17"/>
            <p:cNvSpPr/>
            <p:nvPr>
              <p:custDataLst>
                <p:tags r:id="rId17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Rectangle: Single Corner Rounded 18"/>
            <p:cNvSpPr/>
            <p:nvPr>
              <p:custDataLst>
                <p:tags r:id="rId18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sosceles Triangle 19"/>
            <p:cNvSpPr/>
            <p:nvPr>
              <p:custDataLst>
                <p:tags r:id="rId19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报告月份：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3" name="Rectangle: Rounded Corners 156"/>
          <p:cNvSpPr/>
          <p:nvPr>
            <p:custDataLst>
              <p:tags r:id="rId21"/>
            </p:custDataLst>
          </p:nvPr>
        </p:nvSpPr>
        <p:spPr>
          <a:xfrm>
            <a:off x="6362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Rectangle: Rounded Corners 156"/>
          <p:cNvSpPr/>
          <p:nvPr>
            <p:custDataLst>
              <p:tags r:id="rId22"/>
            </p:custDataLst>
          </p:nvPr>
        </p:nvSpPr>
        <p:spPr>
          <a:xfrm>
            <a:off x="160954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>
            <p:custDataLst>
              <p:tags r:id="rId23"/>
            </p:custDataLst>
          </p:nvPr>
        </p:nvSpPr>
        <p:spPr>
          <a:xfrm>
            <a:off x="633095" y="9070340"/>
            <a:ext cx="10991850" cy="244919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1" name="文本框 380"/>
          <p:cNvSpPr txBox="1"/>
          <p:nvPr>
            <p:custDataLst>
              <p:tags r:id="rId24"/>
            </p:custDataLst>
          </p:nvPr>
        </p:nvSpPr>
        <p:spPr>
          <a:xfrm>
            <a:off x="10611485" y="914527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/>
          <p:cNvSpPr txBox="1"/>
          <p:nvPr>
            <p:custDataLst>
              <p:tags r:id="rId25"/>
            </p:custDataLst>
          </p:nvPr>
        </p:nvSpPr>
        <p:spPr>
          <a:xfrm>
            <a:off x="561975" y="95377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/>
          <p:cNvSpPr txBox="1"/>
          <p:nvPr>
            <p:custDataLst>
              <p:tags r:id="rId26"/>
            </p:custDataLst>
          </p:nvPr>
        </p:nvSpPr>
        <p:spPr>
          <a:xfrm>
            <a:off x="645160" y="1190879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>
            <p:custDataLst>
              <p:tags r:id="rId27"/>
            </p:custDataLst>
          </p:nvPr>
        </p:nvSpPr>
        <p:spPr>
          <a:xfrm>
            <a:off x="657225" y="1190879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Rectangle: Rounded Corners 156"/>
          <p:cNvSpPr/>
          <p:nvPr>
            <p:custDataLst>
              <p:tags r:id="rId28"/>
            </p:custDataLst>
          </p:nvPr>
        </p:nvSpPr>
        <p:spPr>
          <a:xfrm>
            <a:off x="768985" y="1221359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Rectangle: Rounded Corners 156"/>
          <p:cNvSpPr/>
          <p:nvPr>
            <p:custDataLst>
              <p:tags r:id="rId29"/>
            </p:custDataLst>
          </p:nvPr>
        </p:nvSpPr>
        <p:spPr>
          <a:xfrm>
            <a:off x="157861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Rectangle: Rounded Corners 156"/>
          <p:cNvSpPr/>
          <p:nvPr>
            <p:custDataLst>
              <p:tags r:id="rId30"/>
            </p:custDataLst>
          </p:nvPr>
        </p:nvSpPr>
        <p:spPr>
          <a:xfrm>
            <a:off x="239966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Rectangle: Rounded Corners 156"/>
          <p:cNvSpPr/>
          <p:nvPr>
            <p:custDataLst>
              <p:tags r:id="rId31"/>
            </p:custDataLst>
          </p:nvPr>
        </p:nvSpPr>
        <p:spPr>
          <a:xfrm>
            <a:off x="322072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ectangle: Rounded Corners 156"/>
          <p:cNvSpPr/>
          <p:nvPr>
            <p:custDataLst>
              <p:tags r:id="rId32"/>
            </p:custDataLst>
          </p:nvPr>
        </p:nvSpPr>
        <p:spPr>
          <a:xfrm>
            <a:off x="404177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Rectangle: Rounded Corners 156"/>
          <p:cNvSpPr/>
          <p:nvPr>
            <p:custDataLst>
              <p:tags r:id="rId33"/>
            </p:custDataLst>
          </p:nvPr>
        </p:nvSpPr>
        <p:spPr>
          <a:xfrm>
            <a:off x="485203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9" name="表格 152"/>
          <p:cNvGraphicFramePr>
            <a:graphicFrameLocks noGrp="1"/>
          </p:cNvGraphicFramePr>
          <p:nvPr>
            <p:custDataLst>
              <p:tags r:id="rId34"/>
            </p:custDataLst>
          </p:nvPr>
        </p:nvGraphicFramePr>
        <p:xfrm>
          <a:off x="758190" y="12592685"/>
          <a:ext cx="10706735" cy="258127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07085"/>
                <a:gridCol w="512445"/>
                <a:gridCol w="637540"/>
                <a:gridCol w="568325"/>
                <a:gridCol w="619760"/>
                <a:gridCol w="756285"/>
                <a:gridCol w="685165"/>
                <a:gridCol w="709930"/>
                <a:gridCol w="699135"/>
                <a:gridCol w="512445"/>
                <a:gridCol w="596265"/>
                <a:gridCol w="748030"/>
                <a:gridCol w="747395"/>
                <a:gridCol w="889000"/>
                <a:gridCol w="622300"/>
                <a:gridCol w="595630"/>
              </a:tblGrid>
              <a:tr h="3333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净收入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渠道推广费用（不含税）万元）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渠道推广费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449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文本框 289"/>
          <p:cNvSpPr txBox="1"/>
          <p:nvPr>
            <p:custDataLst>
              <p:tags r:id="rId35"/>
            </p:custDataLst>
          </p:nvPr>
        </p:nvSpPr>
        <p:spPr>
          <a:xfrm>
            <a:off x="652145" y="1531937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>
            <p:custDataLst>
              <p:tags r:id="rId36"/>
            </p:custDataLst>
          </p:nvPr>
        </p:nvSpPr>
        <p:spPr>
          <a:xfrm>
            <a:off x="664210" y="15319375"/>
            <a:ext cx="10964545" cy="385699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2" name="文本框 311"/>
          <p:cNvSpPr txBox="1"/>
          <p:nvPr>
            <p:custDataLst>
              <p:tags r:id="rId37"/>
            </p:custDataLst>
          </p:nvPr>
        </p:nvSpPr>
        <p:spPr>
          <a:xfrm>
            <a:off x="641350" y="2718244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费用进度分析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/>
          <p:cNvSpPr txBox="1"/>
          <p:nvPr>
            <p:custDataLst>
              <p:tags r:id="rId38"/>
            </p:custDataLst>
          </p:nvPr>
        </p:nvSpPr>
        <p:spPr>
          <a:xfrm>
            <a:off x="632460" y="3598735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6" name="表格 152"/>
          <p:cNvGraphicFramePr>
            <a:graphicFrameLocks noGrp="1"/>
          </p:cNvGraphicFramePr>
          <p:nvPr>
            <p:custDataLst>
              <p:tags r:id="rId39"/>
            </p:custDataLst>
          </p:nvPr>
        </p:nvGraphicFramePr>
        <p:xfrm>
          <a:off x="752475" y="36656645"/>
          <a:ext cx="10874375" cy="56203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667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30200">
                <a:tc vMerge="1">
                  <a:tcPr/>
                </a:tc>
                <a:tc vMerge="1" gridSpan="2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天猫自播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-LIQ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抖音矩阵号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6606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当月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年累计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利润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1" name="圆角矩形 350"/>
          <p:cNvSpPr/>
          <p:nvPr>
            <p:custDataLst>
              <p:tags r:id="rId40"/>
            </p:custDataLst>
          </p:nvPr>
        </p:nvSpPr>
        <p:spPr>
          <a:xfrm>
            <a:off x="633095" y="33030160"/>
            <a:ext cx="11023600" cy="294068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2" name="文本框 351"/>
          <p:cNvSpPr txBox="1"/>
          <p:nvPr>
            <p:custDataLst>
              <p:tags r:id="rId41"/>
            </p:custDataLst>
          </p:nvPr>
        </p:nvSpPr>
        <p:spPr>
          <a:xfrm>
            <a:off x="636905" y="3303524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营销费用预实对比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08" name="表格 152"/>
          <p:cNvGraphicFramePr>
            <a:graphicFrameLocks noGrp="1"/>
          </p:cNvGraphicFramePr>
          <p:nvPr>
            <p:custDataLst>
              <p:tags r:id="rId42"/>
            </p:custDataLst>
          </p:nvPr>
        </p:nvGraphicFramePr>
        <p:xfrm>
          <a:off x="717550" y="33361630"/>
          <a:ext cx="10861675" cy="25215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07490"/>
                <a:gridCol w="1481455"/>
                <a:gridCol w="1027430"/>
                <a:gridCol w="1269365"/>
                <a:gridCol w="1269365"/>
                <a:gridCol w="1376045"/>
                <a:gridCol w="1231265"/>
                <a:gridCol w="1699260"/>
              </a:tblGrid>
              <a:tr h="3473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一级预算科目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二级预算科目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线上品宣媒介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</a:rPr>
                        <a:t>线下品宣媒介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</a:rPr>
                        <a:t>调研费（其他非标）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品类内容推广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</a:rPr>
                        <a:t>AD</a:t>
                      </a:r>
                      <a:r>
                        <a:rPr lang="zh-CN" altLang="en-US" sz="900" b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</a:rPr>
                        <a:t>竞价内容创意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品类内容推广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内容加热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40" name="文本框 439"/>
          <p:cNvSpPr txBox="1"/>
          <p:nvPr>
            <p:custDataLst>
              <p:tags r:id="rId43"/>
            </p:custDataLst>
          </p:nvPr>
        </p:nvSpPr>
        <p:spPr>
          <a:xfrm>
            <a:off x="575310" y="1153477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Rectangle: Rounded Corners 156"/>
          <p:cNvSpPr/>
          <p:nvPr>
            <p:custDataLst>
              <p:tags r:id="rId44"/>
            </p:custDataLst>
          </p:nvPr>
        </p:nvSpPr>
        <p:spPr>
          <a:xfrm>
            <a:off x="25810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41"/>
          <p:cNvSpPr txBox="1"/>
          <p:nvPr>
            <p:custDataLst>
              <p:tags r:id="rId45"/>
            </p:custDataLst>
          </p:nvPr>
        </p:nvSpPr>
        <p:spPr>
          <a:xfrm>
            <a:off x="10563860" y="3309493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圆角矩形 451"/>
          <p:cNvSpPr/>
          <p:nvPr>
            <p:custDataLst>
              <p:tags r:id="rId46"/>
            </p:custDataLst>
          </p:nvPr>
        </p:nvSpPr>
        <p:spPr>
          <a:xfrm>
            <a:off x="651510" y="19635470"/>
            <a:ext cx="10976610" cy="75279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3" name="文本框 452"/>
          <p:cNvSpPr txBox="1"/>
          <p:nvPr>
            <p:custDataLst>
              <p:tags r:id="rId47"/>
            </p:custDataLst>
          </p:nvPr>
        </p:nvSpPr>
        <p:spPr>
          <a:xfrm>
            <a:off x="614680" y="1921383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5" name="表格 152"/>
          <p:cNvGraphicFramePr>
            <a:graphicFrameLocks noGrp="1"/>
          </p:cNvGraphicFramePr>
          <p:nvPr>
            <p:custDataLst>
              <p:tags r:id="rId48"/>
            </p:custDataLst>
          </p:nvPr>
        </p:nvGraphicFramePr>
        <p:xfrm>
          <a:off x="741045" y="23536910"/>
          <a:ext cx="5115560" cy="27476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24230"/>
                <a:gridCol w="1129665"/>
                <a:gridCol w="1043305"/>
                <a:gridCol w="1059180"/>
                <a:gridCol w="1059180"/>
              </a:tblGrid>
              <a:tr h="3162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表格 152"/>
          <p:cNvGraphicFramePr>
            <a:graphicFrameLocks noGrp="1"/>
          </p:cNvGraphicFramePr>
          <p:nvPr>
            <p:custDataLst>
              <p:tags r:id="rId49"/>
            </p:custDataLst>
          </p:nvPr>
        </p:nvGraphicFramePr>
        <p:xfrm>
          <a:off x="6013450" y="23549610"/>
          <a:ext cx="5565775" cy="27349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911860"/>
                <a:gridCol w="1153795"/>
                <a:gridCol w="1153795"/>
                <a:gridCol w="1173480"/>
                <a:gridCol w="1172845"/>
              </a:tblGrid>
              <a:tr h="3111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87" name="文本框 486"/>
          <p:cNvSpPr txBox="1"/>
          <p:nvPr>
            <p:custDataLst>
              <p:tags r:id="rId50"/>
            </p:custDataLst>
          </p:nvPr>
        </p:nvSpPr>
        <p:spPr>
          <a:xfrm>
            <a:off x="666115" y="2324227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87"/>
          <p:cNvSpPr txBox="1"/>
          <p:nvPr>
            <p:custDataLst>
              <p:tags r:id="rId51"/>
            </p:custDataLst>
          </p:nvPr>
        </p:nvSpPr>
        <p:spPr>
          <a:xfrm>
            <a:off x="6006465" y="2324544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/>
          <p:cNvSpPr txBox="1"/>
          <p:nvPr>
            <p:custDataLst>
              <p:tags r:id="rId52"/>
            </p:custDataLst>
          </p:nvPr>
        </p:nvSpPr>
        <p:spPr>
          <a:xfrm>
            <a:off x="5140325" y="232898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/>
          <p:cNvSpPr txBox="1"/>
          <p:nvPr>
            <p:custDataLst>
              <p:tags r:id="rId53"/>
            </p:custDataLst>
          </p:nvPr>
        </p:nvSpPr>
        <p:spPr>
          <a:xfrm>
            <a:off x="10687685" y="2329180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Rectangle: Rounded Corners 156"/>
          <p:cNvSpPr/>
          <p:nvPr>
            <p:custDataLst>
              <p:tags r:id="rId54"/>
            </p:custDataLst>
          </p:nvPr>
        </p:nvSpPr>
        <p:spPr>
          <a:xfrm>
            <a:off x="8703310" y="138176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Rectangle: Rounded Corners 156"/>
          <p:cNvSpPr/>
          <p:nvPr>
            <p:custDataLst>
              <p:tags r:id="rId55"/>
            </p:custDataLst>
          </p:nvPr>
        </p:nvSpPr>
        <p:spPr>
          <a:xfrm>
            <a:off x="96767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Rectangle: Rounded Corners 156"/>
          <p:cNvSpPr/>
          <p:nvPr>
            <p:custDataLst>
              <p:tags r:id="rId56"/>
            </p:custDataLst>
          </p:nvPr>
        </p:nvSpPr>
        <p:spPr>
          <a:xfrm>
            <a:off x="106419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2" name="文本框 164"/>
          <p:cNvSpPr txBox="1"/>
          <p:nvPr>
            <p:custDataLst>
              <p:tags r:id="rId57"/>
            </p:custDataLst>
          </p:nvPr>
        </p:nvSpPr>
        <p:spPr>
          <a:xfrm>
            <a:off x="10606962" y="65766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圆角矩形 20"/>
          <p:cNvSpPr/>
          <p:nvPr>
            <p:custDataLst>
              <p:tags r:id="rId58"/>
            </p:custDataLst>
          </p:nvPr>
        </p:nvSpPr>
        <p:spPr>
          <a:xfrm>
            <a:off x="6109335" y="6507480"/>
            <a:ext cx="5452745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4" name="圆角矩形 61"/>
          <p:cNvSpPr/>
          <p:nvPr>
            <p:custDataLst>
              <p:tags r:id="rId59"/>
            </p:custDataLst>
          </p:nvPr>
        </p:nvSpPr>
        <p:spPr>
          <a:xfrm>
            <a:off x="716915" y="6501130"/>
            <a:ext cx="5335905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5" name="文本框 62"/>
          <p:cNvSpPr txBox="1"/>
          <p:nvPr>
            <p:custDataLst>
              <p:tags r:id="rId60"/>
            </p:custDataLst>
          </p:nvPr>
        </p:nvSpPr>
        <p:spPr>
          <a:xfrm>
            <a:off x="5114212" y="65766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16" name="图表 615"/>
          <p:cNvGraphicFramePr/>
          <p:nvPr>
            <p:custDataLst>
              <p:tags r:id="rId61"/>
            </p:custDataLst>
          </p:nvPr>
        </p:nvGraphicFramePr>
        <p:xfrm>
          <a:off x="741045" y="6501130"/>
          <a:ext cx="5304790" cy="236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17" name="文本框 191"/>
          <p:cNvSpPr txBox="1"/>
          <p:nvPr>
            <p:custDataLst>
              <p:tags r:id="rId62"/>
            </p:custDataLst>
          </p:nvPr>
        </p:nvSpPr>
        <p:spPr>
          <a:xfrm>
            <a:off x="6082665" y="6576695"/>
            <a:ext cx="192278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指定二级品类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619" name="组合 618"/>
          <p:cNvGrpSpPr/>
          <p:nvPr/>
        </p:nvGrpSpPr>
        <p:grpSpPr>
          <a:xfrm>
            <a:off x="9387205" y="12213590"/>
            <a:ext cx="2042795" cy="254635"/>
            <a:chOff x="1152" y="1541"/>
            <a:chExt cx="3217" cy="401"/>
          </a:xfrm>
        </p:grpSpPr>
        <p:grpSp>
          <p:nvGrpSpPr>
            <p:cNvPr id="620" name="组合 619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1" name="圆角矩形 620"/>
              <p:cNvSpPr/>
              <p:nvPr>
                <p:custDataLst>
                  <p:tags r:id="rId63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22" name="组合 6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23" name="文本框 622"/>
                <p:cNvSpPr txBox="1"/>
                <p:nvPr>
                  <p:custDataLst>
                    <p:tags r:id="rId64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24" name="圆角矩形 623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25" name="文本框 624"/>
            <p:cNvSpPr txBox="1"/>
            <p:nvPr>
              <p:custDataLst>
                <p:tags r:id="rId66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27" name="组合 626"/>
          <p:cNvGrpSpPr/>
          <p:nvPr/>
        </p:nvGrpSpPr>
        <p:grpSpPr>
          <a:xfrm>
            <a:off x="9375775" y="15735935"/>
            <a:ext cx="2042795" cy="254635"/>
            <a:chOff x="1152" y="1541"/>
            <a:chExt cx="3217" cy="401"/>
          </a:xfrm>
        </p:grpSpPr>
        <p:grpSp>
          <p:nvGrpSpPr>
            <p:cNvPr id="628" name="组合 62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9" name="圆角矩形 628"/>
              <p:cNvSpPr/>
              <p:nvPr>
                <p:custDataLst>
                  <p:tags r:id="rId67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30" name="组合 629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31" name="文本框 630"/>
                <p:cNvSpPr txBox="1"/>
                <p:nvPr>
                  <p:custDataLst>
                    <p:tags r:id="rId68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32" name="圆角矩形 631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33" name="文本框 632"/>
            <p:cNvSpPr txBox="1"/>
            <p:nvPr>
              <p:custDataLst>
                <p:tags r:id="rId70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37" name="Group 16"/>
          <p:cNvGrpSpPr/>
          <p:nvPr/>
        </p:nvGrpSpPr>
        <p:grpSpPr>
          <a:xfrm>
            <a:off x="9668510" y="19286855"/>
            <a:ext cx="1964690" cy="253365"/>
            <a:chOff x="9692505" y="548559"/>
            <a:chExt cx="1798335" cy="253365"/>
          </a:xfrm>
        </p:grpSpPr>
        <p:sp>
          <p:nvSpPr>
            <p:cNvPr id="638" name="Rectangle: Top Corners Rounded 17"/>
            <p:cNvSpPr/>
            <p:nvPr>
              <p:custDataLst>
                <p:tags r:id="rId71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9" name="Rectangle: Single Corner Rounded 18"/>
            <p:cNvSpPr/>
            <p:nvPr>
              <p:custDataLst>
                <p:tags r:id="rId72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0" name="Isosceles Triangle 19"/>
            <p:cNvSpPr/>
            <p:nvPr>
              <p:custDataLst>
                <p:tags r:id="rId73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1" name="TextBox 20"/>
            <p:cNvSpPr txBox="1"/>
            <p:nvPr>
              <p:custDataLst>
                <p:tags r:id="rId74"/>
              </p:custDataLst>
            </p:nvPr>
          </p:nvSpPr>
          <p:spPr>
            <a:xfrm>
              <a:off x="9692505" y="548559"/>
              <a:ext cx="105610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2" name="Group 16"/>
          <p:cNvGrpSpPr/>
          <p:nvPr/>
        </p:nvGrpSpPr>
        <p:grpSpPr>
          <a:xfrm>
            <a:off x="5693410" y="19286220"/>
            <a:ext cx="1979930" cy="253365"/>
            <a:chOff x="9678556" y="548559"/>
            <a:chExt cx="1812284" cy="253365"/>
          </a:xfrm>
        </p:grpSpPr>
        <p:sp>
          <p:nvSpPr>
            <p:cNvPr id="643" name="Rectangle: Top Corners Rounded 17"/>
            <p:cNvSpPr/>
            <p:nvPr>
              <p:custDataLst>
                <p:tags r:id="rId75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4" name="Rectangle: Single Corner Rounded 18"/>
            <p:cNvSpPr/>
            <p:nvPr>
              <p:custDataLst>
                <p:tags r:id="rId76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5" name="Isosceles Triangle 19"/>
            <p:cNvSpPr/>
            <p:nvPr>
              <p:custDataLst>
                <p:tags r:id="rId77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6" name="TextBox 20"/>
            <p:cNvSpPr txBox="1"/>
            <p:nvPr>
              <p:custDataLst>
                <p:tags r:id="rId78"/>
              </p:custDataLst>
            </p:nvPr>
          </p:nvSpPr>
          <p:spPr>
            <a:xfrm>
              <a:off x="9678556" y="548559"/>
              <a:ext cx="107005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7" name="Group 16"/>
          <p:cNvGrpSpPr/>
          <p:nvPr/>
        </p:nvGrpSpPr>
        <p:grpSpPr>
          <a:xfrm>
            <a:off x="7673340" y="19286855"/>
            <a:ext cx="1995170" cy="253365"/>
            <a:chOff x="9664606" y="548559"/>
            <a:chExt cx="1826234" cy="253365"/>
          </a:xfrm>
        </p:grpSpPr>
        <p:sp>
          <p:nvSpPr>
            <p:cNvPr id="648" name="Rectangle: Top Corners Rounded 17"/>
            <p:cNvSpPr/>
            <p:nvPr>
              <p:custDataLst>
                <p:tags r:id="rId79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9" name="Rectangle: Single Corner Rounded 18"/>
            <p:cNvSpPr/>
            <p:nvPr>
              <p:custDataLst>
                <p:tags r:id="rId80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0" name="Isosceles Triangle 19"/>
            <p:cNvSpPr/>
            <p:nvPr>
              <p:custDataLst>
                <p:tags r:id="rId81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1" name="TextBox 20"/>
            <p:cNvSpPr txBox="1"/>
            <p:nvPr>
              <p:custDataLst>
                <p:tags r:id="rId82"/>
              </p:custDataLst>
            </p:nvPr>
          </p:nvSpPr>
          <p:spPr>
            <a:xfrm>
              <a:off x="9664606" y="548559"/>
              <a:ext cx="1083999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52" name="文本框 285"/>
          <p:cNvSpPr txBox="1"/>
          <p:nvPr>
            <p:custDataLst>
              <p:tags r:id="rId83"/>
            </p:custDataLst>
          </p:nvPr>
        </p:nvSpPr>
        <p:spPr>
          <a:xfrm>
            <a:off x="723265" y="2625471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BHT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文本框 286"/>
          <p:cNvSpPr txBox="1"/>
          <p:nvPr>
            <p:custDataLst>
              <p:tags r:id="rId84"/>
            </p:custDataLst>
          </p:nvPr>
        </p:nvSpPr>
        <p:spPr>
          <a:xfrm>
            <a:off x="731520" y="26581100"/>
            <a:ext cx="485394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注：目前该区域数据暂无，后续从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CMK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取数。暂不展示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66" name="圆角矩形 665"/>
          <p:cNvSpPr/>
          <p:nvPr>
            <p:custDataLst>
              <p:tags r:id="rId85"/>
            </p:custDataLst>
          </p:nvPr>
        </p:nvSpPr>
        <p:spPr>
          <a:xfrm>
            <a:off x="632460" y="36589970"/>
            <a:ext cx="11053445" cy="57010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69" name="组合 668"/>
          <p:cNvGrpSpPr/>
          <p:nvPr/>
        </p:nvGrpSpPr>
        <p:grpSpPr>
          <a:xfrm>
            <a:off x="638175" y="36355655"/>
            <a:ext cx="1945005" cy="233680"/>
            <a:chOff x="8069" y="39501"/>
            <a:chExt cx="3063" cy="368"/>
          </a:xfrm>
        </p:grpSpPr>
        <p:sp>
          <p:nvSpPr>
            <p:cNvPr id="667" name="Rectangle: Rounded Corners 156"/>
            <p:cNvSpPr/>
            <p:nvPr>
              <p:custDataLst>
                <p:tags r:id="rId86"/>
              </p:custDataLst>
            </p:nvPr>
          </p:nvSpPr>
          <p:spPr>
            <a:xfrm>
              <a:off x="8069" y="39501"/>
              <a:ext cx="1531" cy="3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DC3E6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店铺明细表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8" name="Rectangle: Rounded Corners 156"/>
            <p:cNvSpPr/>
            <p:nvPr>
              <p:custDataLst>
                <p:tags r:id="rId87"/>
              </p:custDataLst>
            </p:nvPr>
          </p:nvSpPr>
          <p:spPr>
            <a:xfrm>
              <a:off x="9602" y="39501"/>
              <a:ext cx="1530" cy="369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3175">
              <a:solidFill>
                <a:srgbClr val="C2CEDC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DC3E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9FABB9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品类明细表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670" name="表格 152"/>
          <p:cNvGraphicFramePr>
            <a:graphicFrameLocks noGrp="1"/>
          </p:cNvGraphicFramePr>
          <p:nvPr>
            <p:custDataLst>
              <p:tags r:id="rId88"/>
            </p:custDataLst>
          </p:nvPr>
        </p:nvGraphicFramePr>
        <p:xfrm>
          <a:off x="741045" y="42966005"/>
          <a:ext cx="10874375" cy="53352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597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59715">
                <a:tc vMerge="1">
                  <a:tcPr/>
                </a:tc>
                <a:tc vMerge="1" gridSpan="2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散粉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粉饼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定妆喷雾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气垫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BB/CC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5971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利润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4" name="圆角矩形 703"/>
          <p:cNvSpPr/>
          <p:nvPr>
            <p:custDataLst>
              <p:tags r:id="rId89"/>
            </p:custDataLst>
          </p:nvPr>
        </p:nvSpPr>
        <p:spPr>
          <a:xfrm>
            <a:off x="633095" y="42604055"/>
            <a:ext cx="11041380" cy="57937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6" name="Rectangle: Rounded Corners 156"/>
          <p:cNvSpPr/>
          <p:nvPr>
            <p:custDataLst>
              <p:tags r:id="rId90"/>
            </p:custDataLst>
          </p:nvPr>
        </p:nvSpPr>
        <p:spPr>
          <a:xfrm>
            <a:off x="629285" y="4236974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Rectangle: Rounded Corners 156"/>
          <p:cNvSpPr/>
          <p:nvPr>
            <p:custDataLst>
              <p:tags r:id="rId91"/>
            </p:custDataLst>
          </p:nvPr>
        </p:nvSpPr>
        <p:spPr>
          <a:xfrm>
            <a:off x="1602740" y="4236974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92"/>
            </p:custDataLst>
          </p:nvPr>
        </p:nvSpPr>
        <p:spPr>
          <a:xfrm>
            <a:off x="713105" y="26534110"/>
            <a:ext cx="10861675" cy="57340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570720" y="1073150"/>
            <a:ext cx="2042795" cy="254635"/>
            <a:chOff x="1152" y="1541"/>
            <a:chExt cx="3217" cy="401"/>
          </a:xfrm>
        </p:grpSpPr>
        <p:grpSp>
          <p:nvGrpSpPr>
            <p:cNvPr id="19" name="组合 18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0" name="圆角矩形 19"/>
              <p:cNvSpPr/>
              <p:nvPr>
                <p:custDataLst>
                  <p:tags r:id="rId93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23" name="文本框 22"/>
                <p:cNvSpPr txBox="1"/>
                <p:nvPr>
                  <p:custDataLst>
                    <p:tags r:id="rId94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圆角矩形 23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" name="文本框 24"/>
            <p:cNvSpPr txBox="1"/>
            <p:nvPr>
              <p:custDataLst>
                <p:tags r:id="rId96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567170" y="19693890"/>
            <a:ext cx="2381885" cy="1071245"/>
            <a:chOff x="8045" y="31014"/>
            <a:chExt cx="3751" cy="1687"/>
          </a:xfrm>
        </p:grpSpPr>
        <p:sp>
          <p:nvSpPr>
            <p:cNvPr id="59" name="文本框 58"/>
            <p:cNvSpPr txBox="1"/>
            <p:nvPr>
              <p:custDataLst>
                <p:tags r:id="rId97"/>
              </p:custDataLst>
            </p:nvPr>
          </p:nvSpPr>
          <p:spPr>
            <a:xfrm>
              <a:off x="9350" y="31014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抖音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98"/>
              </p:custDataLst>
            </p:nvPr>
          </p:nvSpPr>
          <p:spPr>
            <a:xfrm>
              <a:off x="9814" y="31575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45.00%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圆角矩形 69"/>
            <p:cNvSpPr/>
            <p:nvPr>
              <p:custDataLst>
                <p:tags r:id="rId99"/>
              </p:custDataLst>
            </p:nvPr>
          </p:nvSpPr>
          <p:spPr>
            <a:xfrm>
              <a:off x="8045" y="31027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100"/>
              </p:custDataLst>
            </p:nvPr>
          </p:nvSpPr>
          <p:spPr>
            <a:xfrm>
              <a:off x="9014" y="32007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01"/>
              </p:custDataLst>
            </p:nvPr>
          </p:nvSpPr>
          <p:spPr>
            <a:xfrm>
              <a:off x="9023" y="32324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02"/>
              </p:custDataLst>
            </p:nvPr>
          </p:nvSpPr>
          <p:spPr>
            <a:xfrm>
              <a:off x="8402" y="31605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9479280" y="19693890"/>
            <a:ext cx="2301240" cy="1071245"/>
            <a:chOff x="11482" y="31014"/>
            <a:chExt cx="3624" cy="1687"/>
          </a:xfrm>
        </p:grpSpPr>
        <p:sp>
          <p:nvSpPr>
            <p:cNvPr id="75" name="文本框 74"/>
            <p:cNvSpPr txBox="1"/>
            <p:nvPr>
              <p:custDataLst>
                <p:tags r:id="rId103"/>
              </p:custDataLst>
            </p:nvPr>
          </p:nvSpPr>
          <p:spPr>
            <a:xfrm>
              <a:off x="12772" y="31014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京东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104"/>
              </p:custDataLst>
            </p:nvPr>
          </p:nvSpPr>
          <p:spPr>
            <a:xfrm>
              <a:off x="13184" y="31575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105"/>
              </p:custDataLst>
            </p:nvPr>
          </p:nvSpPr>
          <p:spPr>
            <a:xfrm>
              <a:off x="11482" y="31027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106"/>
              </p:custDataLst>
            </p:nvPr>
          </p:nvSpPr>
          <p:spPr>
            <a:xfrm>
              <a:off x="12324" y="32007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07"/>
              </p:custDataLst>
            </p:nvPr>
          </p:nvSpPr>
          <p:spPr>
            <a:xfrm>
              <a:off x="12333" y="32324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108"/>
              </p:custDataLst>
            </p:nvPr>
          </p:nvSpPr>
          <p:spPr>
            <a:xfrm>
              <a:off x="11811" y="31605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06" name="图表 105"/>
          <p:cNvGraphicFramePr/>
          <p:nvPr>
            <p:custDataLst>
              <p:tags r:id="rId109"/>
            </p:custDataLst>
          </p:nvPr>
        </p:nvGraphicFramePr>
        <p:xfrm>
          <a:off x="734060" y="20836890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9" name="圆角矩形 108"/>
          <p:cNvSpPr/>
          <p:nvPr>
            <p:custDataLst>
              <p:tags r:id="rId110"/>
            </p:custDataLst>
          </p:nvPr>
        </p:nvSpPr>
        <p:spPr>
          <a:xfrm>
            <a:off x="732790" y="20837525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111"/>
            </p:custDataLst>
          </p:nvPr>
        </p:nvSpPr>
        <p:spPr>
          <a:xfrm>
            <a:off x="10713720" y="2091309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655060" y="19693890"/>
            <a:ext cx="2319020" cy="1071245"/>
            <a:chOff x="4608" y="31014"/>
            <a:chExt cx="3652" cy="1687"/>
          </a:xfrm>
        </p:grpSpPr>
        <p:sp>
          <p:nvSpPr>
            <p:cNvPr id="44" name="文本框 43"/>
            <p:cNvSpPr txBox="1"/>
            <p:nvPr>
              <p:custDataLst>
                <p:tags r:id="rId112"/>
              </p:custDataLst>
            </p:nvPr>
          </p:nvSpPr>
          <p:spPr>
            <a:xfrm>
              <a:off x="5873" y="31014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13"/>
              </p:custDataLst>
            </p:nvPr>
          </p:nvSpPr>
          <p:spPr>
            <a:xfrm>
              <a:off x="6428" y="31575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14"/>
              </p:custDataLst>
            </p:nvPr>
          </p:nvSpPr>
          <p:spPr>
            <a:xfrm>
              <a:off x="5478" y="32007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115"/>
              </p:custDataLst>
            </p:nvPr>
          </p:nvSpPr>
          <p:spPr>
            <a:xfrm>
              <a:off x="5487" y="32324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16"/>
              </p:custDataLst>
            </p:nvPr>
          </p:nvSpPr>
          <p:spPr>
            <a:xfrm>
              <a:off x="5046" y="31605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圆角矩形 103"/>
            <p:cNvSpPr/>
            <p:nvPr>
              <p:custDataLst>
                <p:tags r:id="rId117"/>
              </p:custDataLst>
            </p:nvPr>
          </p:nvSpPr>
          <p:spPr>
            <a:xfrm>
              <a:off x="4608" y="31040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42950" y="19693890"/>
            <a:ext cx="2330450" cy="1056640"/>
            <a:chOff x="1170" y="31027"/>
            <a:chExt cx="3670" cy="1664"/>
          </a:xfrm>
        </p:grpSpPr>
        <p:sp>
          <p:nvSpPr>
            <p:cNvPr id="48" name="圆角矩形 47"/>
            <p:cNvSpPr/>
            <p:nvPr>
              <p:custDataLst>
                <p:tags r:id="rId118"/>
              </p:custDataLst>
            </p:nvPr>
          </p:nvSpPr>
          <p:spPr>
            <a:xfrm>
              <a:off x="1170" y="31027"/>
              <a:ext cx="3345" cy="1661"/>
            </a:xfrm>
            <a:prstGeom prst="roundRect">
              <a:avLst>
                <a:gd name="adj" fmla="val 103"/>
              </a:avLst>
            </a:prstGeom>
            <a:ln w="19050"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2052" y="31132"/>
              <a:ext cx="2788" cy="1559"/>
              <a:chOff x="5776" y="25449"/>
              <a:chExt cx="2788" cy="1559"/>
            </a:xfrm>
          </p:grpSpPr>
          <p:sp>
            <p:nvSpPr>
              <p:cNvPr id="118" name="文本框 117"/>
              <p:cNvSpPr txBox="1"/>
              <p:nvPr>
                <p:custDataLst>
                  <p:tags r:id="rId119"/>
                </p:custDataLst>
              </p:nvPr>
            </p:nvSpPr>
            <p:spPr>
              <a:xfrm>
                <a:off x="5840" y="25882"/>
                <a:ext cx="1337" cy="58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50.00%</a:t>
                </a:r>
                <a:endPara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120"/>
                </p:custDataLst>
              </p:nvPr>
            </p:nvSpPr>
            <p:spPr>
              <a:xfrm>
                <a:off x="5782" y="26314"/>
                <a:ext cx="2782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0" name="文本框 169"/>
              <p:cNvSpPr txBox="1"/>
              <p:nvPr>
                <p:custDataLst>
                  <p:tags r:id="rId121"/>
                </p:custDataLst>
              </p:nvPr>
            </p:nvSpPr>
            <p:spPr>
              <a:xfrm>
                <a:off x="5797" y="26631"/>
                <a:ext cx="2683" cy="37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3" name="文本框 182"/>
              <p:cNvSpPr txBox="1"/>
              <p:nvPr>
                <p:custDataLst>
                  <p:tags r:id="rId122"/>
                </p:custDataLst>
              </p:nvPr>
            </p:nvSpPr>
            <p:spPr>
              <a:xfrm>
                <a:off x="5776" y="25449"/>
                <a:ext cx="2079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4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大盘占比</a:t>
                </a:r>
                <a:endPara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3" name="文本框 62"/>
          <p:cNvSpPr txBox="1"/>
          <p:nvPr>
            <p:custDataLst>
              <p:tags r:id="rId123"/>
            </p:custDataLst>
          </p:nvPr>
        </p:nvSpPr>
        <p:spPr>
          <a:xfrm>
            <a:off x="3416300" y="2125218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24"/>
            </p:custDataLst>
          </p:nvPr>
        </p:nvSpPr>
        <p:spPr>
          <a:xfrm>
            <a:off x="3409950" y="2195004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125"/>
            </p:custDataLst>
          </p:nvPr>
        </p:nvSpPr>
        <p:spPr>
          <a:xfrm>
            <a:off x="640715" y="27519630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5" name="图表 14"/>
          <p:cNvGraphicFramePr/>
          <p:nvPr>
            <p:custDataLst>
              <p:tags r:id="rId126"/>
            </p:custDataLst>
          </p:nvPr>
        </p:nvGraphicFramePr>
        <p:xfrm>
          <a:off x="651510" y="27555825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文本框 20"/>
          <p:cNvSpPr txBox="1"/>
          <p:nvPr>
            <p:custDataLst>
              <p:tags r:id="rId127"/>
            </p:custDataLst>
          </p:nvPr>
        </p:nvSpPr>
        <p:spPr>
          <a:xfrm>
            <a:off x="5079365" y="2768917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41350" y="30514290"/>
            <a:ext cx="11015345" cy="2477770"/>
            <a:chOff x="1036" y="45547"/>
            <a:chExt cx="17347" cy="3902"/>
          </a:xfrm>
        </p:grpSpPr>
        <p:graphicFrame>
          <p:nvGraphicFramePr>
            <p:cNvPr id="39" name="图表 38"/>
            <p:cNvGraphicFramePr/>
            <p:nvPr>
              <p:custDataLst>
                <p:tags r:id="rId128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43" name="圆角矩形 42"/>
            <p:cNvSpPr/>
            <p:nvPr>
              <p:custDataLst>
                <p:tags r:id="rId129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30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62" name="图表 161"/>
          <p:cNvGraphicFramePr/>
          <p:nvPr>
            <p:custDataLst>
              <p:tags r:id="rId131"/>
            </p:custDataLst>
          </p:nvPr>
        </p:nvGraphicFramePr>
        <p:xfrm>
          <a:off x="6040120" y="27519630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63" name="圆角矩形 162"/>
          <p:cNvSpPr/>
          <p:nvPr>
            <p:custDataLst>
              <p:tags r:id="rId132"/>
            </p:custDataLst>
          </p:nvPr>
        </p:nvSpPr>
        <p:spPr>
          <a:xfrm>
            <a:off x="6040120" y="27520900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33"/>
            </p:custDataLst>
          </p:nvPr>
        </p:nvSpPr>
        <p:spPr>
          <a:xfrm>
            <a:off x="10784840" y="27875865"/>
            <a:ext cx="862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134"/>
            </p:custDataLst>
          </p:nvPr>
        </p:nvSpPr>
        <p:spPr>
          <a:xfrm>
            <a:off x="10811510" y="3631374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135"/>
            </p:custDataLst>
          </p:nvPr>
        </p:nvSpPr>
        <p:spPr>
          <a:xfrm>
            <a:off x="10792460" y="4229163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136"/>
            </p:custDataLst>
          </p:nvPr>
        </p:nvSpPr>
        <p:spPr>
          <a:xfrm>
            <a:off x="6082030" y="1082675"/>
            <a:ext cx="1963420" cy="5835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注：没有达标的渠道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品类会标红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37"/>
            </p:custDataLst>
          </p:nvPr>
        </p:nvSpPr>
        <p:spPr>
          <a:xfrm>
            <a:off x="1303020" y="9145270"/>
            <a:ext cx="2293620" cy="280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趋势图展示报告日期前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12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月的数据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111" name="表格 152"/>
          <p:cNvGraphicFramePr>
            <a:graphicFrameLocks noGrp="1"/>
          </p:cNvGraphicFramePr>
          <p:nvPr>
            <p:custDataLst>
              <p:tags r:id="rId138"/>
            </p:custDataLst>
          </p:nvPr>
        </p:nvGraphicFramePr>
        <p:xfrm>
          <a:off x="770890" y="16051530"/>
          <a:ext cx="10695940" cy="302895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75335"/>
                <a:gridCol w="774700"/>
                <a:gridCol w="492125"/>
                <a:gridCol w="611505"/>
                <a:gridCol w="544830"/>
                <a:gridCol w="595630"/>
                <a:gridCol w="750570"/>
                <a:gridCol w="706120"/>
                <a:gridCol w="462280"/>
                <a:gridCol w="518160"/>
                <a:gridCol w="513715"/>
                <a:gridCol w="493395"/>
                <a:gridCol w="717550"/>
                <a:gridCol w="717550"/>
                <a:gridCol w="852170"/>
                <a:gridCol w="599440"/>
                <a:gridCol w="570865"/>
              </a:tblGrid>
              <a:tr h="3911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净收入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市场达人推广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&amp;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加热费用（不含税）（万元）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市场达人推广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&amp;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加热费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2799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散粉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/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蜜粉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粉饼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定妆喷雾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底妆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气垫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BB/CC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91"/>
          <p:cNvSpPr txBox="1"/>
          <p:nvPr>
            <p:custDataLst>
              <p:tags r:id="rId139"/>
            </p:custDataLst>
          </p:nvPr>
        </p:nvSpPr>
        <p:spPr>
          <a:xfrm>
            <a:off x="2298065" y="15401290"/>
            <a:ext cx="521906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注：展示指定三级品类和产品简称（分全部、五大渠道、五个渠道展开）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40"/>
            </p:custDataLst>
          </p:nvPr>
        </p:nvSpPr>
        <p:spPr>
          <a:xfrm>
            <a:off x="2724785" y="42357675"/>
            <a:ext cx="684530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注：指定二级品类铺开，往下展开到三级品类；增加三个按钮，全部、达播、非达播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642360" y="1729105"/>
            <a:ext cx="2000885" cy="1350645"/>
            <a:chOff x="1496" y="4641"/>
            <a:chExt cx="3151" cy="2127"/>
          </a:xfrm>
        </p:grpSpPr>
        <p:sp>
          <p:nvSpPr>
            <p:cNvPr id="31" name="文本框 115"/>
            <p:cNvSpPr txBox="1"/>
            <p:nvPr>
              <p:custDataLst>
                <p:tags r:id="rId141"/>
              </p:custDataLst>
            </p:nvPr>
          </p:nvSpPr>
          <p:spPr>
            <a:xfrm>
              <a:off x="1496" y="4641"/>
              <a:ext cx="3151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财务净收入达成率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837" y="5109"/>
              <a:ext cx="2619" cy="1659"/>
              <a:chOff x="1292" y="2411"/>
              <a:chExt cx="2619" cy="1659"/>
            </a:xfrm>
          </p:grpSpPr>
          <p:graphicFrame>
            <p:nvGraphicFramePr>
              <p:cNvPr id="38" name="图表 37"/>
              <p:cNvGraphicFramePr/>
              <p:nvPr>
                <p:custDataLst>
                  <p:tags r:id="rId142"/>
                </p:custDataLst>
              </p:nvPr>
            </p:nvGraphicFramePr>
            <p:xfrm>
              <a:off x="1292" y="2411"/>
              <a:ext cx="2619" cy="165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sp>
            <p:nvSpPr>
              <p:cNvPr id="53" name="文本框 130"/>
              <p:cNvSpPr txBox="1"/>
              <p:nvPr>
                <p:custDataLst>
                  <p:tags r:id="rId143"/>
                </p:custDataLst>
              </p:nvPr>
            </p:nvSpPr>
            <p:spPr>
              <a:xfrm>
                <a:off x="1762" y="3000"/>
                <a:ext cx="1502" cy="7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1200" b="1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105.00%             </a:t>
                </a:r>
                <a:endParaRPr lang="en-US" altLang="zh-CN" sz="12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55" name="文本框 36"/>
          <p:cNvSpPr txBox="1"/>
          <p:nvPr>
            <p:custDataLst>
              <p:tags r:id="rId144"/>
            </p:custDataLst>
          </p:nvPr>
        </p:nvSpPr>
        <p:spPr>
          <a:xfrm>
            <a:off x="726440" y="4864735"/>
            <a:ext cx="110363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31"/>
          <p:cNvSpPr txBox="1"/>
          <p:nvPr>
            <p:custDataLst>
              <p:tags r:id="rId145"/>
            </p:custDataLst>
          </p:nvPr>
        </p:nvSpPr>
        <p:spPr>
          <a:xfrm>
            <a:off x="1134110" y="4444365"/>
            <a:ext cx="1333500" cy="25781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净收入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35"/>
          <p:cNvSpPr/>
          <p:nvPr>
            <p:custDataLst>
              <p:tags r:id="rId146"/>
            </p:custDataLst>
          </p:nvPr>
        </p:nvSpPr>
        <p:spPr>
          <a:xfrm>
            <a:off x="77851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65175" y="3171826"/>
            <a:ext cx="2644457" cy="1127760"/>
            <a:chOff x="778510" y="1706245"/>
            <a:chExt cx="2644457" cy="1387475"/>
          </a:xfrm>
        </p:grpSpPr>
        <p:sp>
          <p:nvSpPr>
            <p:cNvPr id="101" name="文本框 8"/>
            <p:cNvSpPr txBox="1"/>
            <p:nvPr>
              <p:custDataLst>
                <p:tags r:id="rId147"/>
              </p:custDataLst>
            </p:nvPr>
          </p:nvSpPr>
          <p:spPr>
            <a:xfrm>
              <a:off x="1341755" y="1726565"/>
              <a:ext cx="1423035" cy="45085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文本框 9"/>
            <p:cNvSpPr txBox="1"/>
            <p:nvPr>
              <p:custDataLst>
                <p:tags r:id="rId148"/>
              </p:custDataLst>
            </p:nvPr>
          </p:nvSpPr>
          <p:spPr>
            <a:xfrm>
              <a:off x="951230" y="2324203"/>
              <a:ext cx="1420495" cy="371868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10,500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圆角矩形 12"/>
            <p:cNvSpPr/>
            <p:nvPr>
              <p:custDataLst>
                <p:tags r:id="rId149"/>
              </p:custDataLst>
            </p:nvPr>
          </p:nvSpPr>
          <p:spPr>
            <a:xfrm>
              <a:off x="778510" y="1706245"/>
              <a:ext cx="2595880" cy="1387475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08" name="文本框 17"/>
            <p:cNvSpPr txBox="1"/>
            <p:nvPr>
              <p:custDataLst>
                <p:tags r:id="rId150"/>
              </p:custDataLst>
            </p:nvPr>
          </p:nvSpPr>
          <p:spPr>
            <a:xfrm>
              <a:off x="2235517" y="2117831"/>
              <a:ext cx="1187450" cy="27495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1.00%</a:t>
              </a:r>
              <a:endPara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文本框 51"/>
            <p:cNvSpPr txBox="1"/>
            <p:nvPr>
              <p:custDataLst>
                <p:tags r:id="rId151"/>
              </p:custDataLst>
            </p:nvPr>
          </p:nvSpPr>
          <p:spPr>
            <a:xfrm>
              <a:off x="2235517" y="2601422"/>
              <a:ext cx="981075" cy="23939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6" name="圆角矩形 128"/>
          <p:cNvSpPr/>
          <p:nvPr>
            <p:custDataLst>
              <p:tags r:id="rId152"/>
            </p:custDataLst>
          </p:nvPr>
        </p:nvSpPr>
        <p:spPr>
          <a:xfrm>
            <a:off x="3458845" y="3155315"/>
            <a:ext cx="2603500" cy="1173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17" name="文本框 87"/>
          <p:cNvSpPr txBox="1"/>
          <p:nvPr>
            <p:custDataLst>
              <p:tags r:id="rId153"/>
            </p:custDataLst>
          </p:nvPr>
        </p:nvSpPr>
        <p:spPr>
          <a:xfrm>
            <a:off x="2882265" y="4431030"/>
            <a:ext cx="114427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圆角矩形 88"/>
          <p:cNvSpPr/>
          <p:nvPr>
            <p:custDataLst>
              <p:tags r:id="rId154"/>
            </p:custDataLst>
          </p:nvPr>
        </p:nvSpPr>
        <p:spPr>
          <a:xfrm>
            <a:off x="252730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24" name="文本框 98"/>
          <p:cNvSpPr txBox="1"/>
          <p:nvPr>
            <p:custDataLst>
              <p:tags r:id="rId155"/>
            </p:custDataLst>
          </p:nvPr>
        </p:nvSpPr>
        <p:spPr>
          <a:xfrm>
            <a:off x="2413318" y="4865052"/>
            <a:ext cx="114427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91"/>
          <p:cNvSpPr txBox="1"/>
          <p:nvPr>
            <p:custDataLst>
              <p:tags r:id="rId156"/>
            </p:custDataLst>
          </p:nvPr>
        </p:nvSpPr>
        <p:spPr>
          <a:xfrm>
            <a:off x="4944745" y="4415790"/>
            <a:ext cx="1174115" cy="34798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费比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圆角矩形 92"/>
          <p:cNvSpPr/>
          <p:nvPr>
            <p:custDataLst>
              <p:tags r:id="rId157"/>
            </p:custDataLst>
          </p:nvPr>
        </p:nvSpPr>
        <p:spPr>
          <a:xfrm>
            <a:off x="4282440" y="4415790"/>
            <a:ext cx="1779270" cy="9861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27" name="文本框 99"/>
          <p:cNvSpPr txBox="1"/>
          <p:nvPr>
            <p:custDataLst>
              <p:tags r:id="rId158"/>
            </p:custDataLst>
          </p:nvPr>
        </p:nvSpPr>
        <p:spPr>
          <a:xfrm>
            <a:off x="4630102" y="4817110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66"/>
          <p:cNvSpPr/>
          <p:nvPr>
            <p:custDataLst>
              <p:tags r:id="rId159"/>
            </p:custDataLst>
          </p:nvPr>
        </p:nvSpPr>
        <p:spPr>
          <a:xfrm>
            <a:off x="3459480" y="1706880"/>
            <a:ext cx="2602230" cy="138684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1578610" y="4744085"/>
            <a:ext cx="1456690" cy="593725"/>
            <a:chOff x="5366" y="9030"/>
            <a:chExt cx="2294" cy="935"/>
          </a:xfrm>
        </p:grpSpPr>
        <p:sp>
          <p:nvSpPr>
            <p:cNvPr id="130" name="文本框 19"/>
            <p:cNvSpPr txBox="1"/>
            <p:nvPr>
              <p:custDataLst>
                <p:tags r:id="rId160"/>
              </p:custDataLst>
            </p:nvPr>
          </p:nvSpPr>
          <p:spPr>
            <a:xfrm>
              <a:off x="5366" y="9030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文本框 19"/>
            <p:cNvSpPr txBox="1"/>
            <p:nvPr>
              <p:custDataLst>
                <p:tags r:id="rId161"/>
              </p:custDataLst>
            </p:nvPr>
          </p:nvSpPr>
          <p:spPr>
            <a:xfrm>
              <a:off x="5377" y="9532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79450" y="5473065"/>
            <a:ext cx="2372995" cy="946785"/>
            <a:chOff x="1070" y="8619"/>
            <a:chExt cx="3737" cy="1491"/>
          </a:xfrm>
        </p:grpSpPr>
        <p:sp>
          <p:nvSpPr>
            <p:cNvPr id="133" name="文本框 95"/>
            <p:cNvSpPr txBox="1"/>
            <p:nvPr>
              <p:custDataLst>
                <p:tags r:id="rId162"/>
              </p:custDataLst>
            </p:nvPr>
          </p:nvSpPr>
          <p:spPr>
            <a:xfrm>
              <a:off x="1624" y="8626"/>
              <a:ext cx="2125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营销费用</a:t>
              </a:r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800" dirty="0">
                  <a:latin typeface="微软雅黑" panose="020B0503020204020204" charset="-122"/>
                  <a:ea typeface="微软雅黑" panose="020B0503020204020204" charset="-122"/>
                </a:rPr>
                <a:t>不含税</a:t>
              </a:r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)</a:t>
              </a:r>
              <a:endParaRPr lang="en-US" altLang="zh-CN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4" name="圆角矩形 96"/>
            <p:cNvSpPr/>
            <p:nvPr>
              <p:custDataLst>
                <p:tags r:id="rId163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35" name="文本框 100"/>
            <p:cNvSpPr txBox="1"/>
            <p:nvPr>
              <p:custDataLst>
                <p:tags r:id="rId164"/>
              </p:custDataLst>
            </p:nvPr>
          </p:nvSpPr>
          <p:spPr>
            <a:xfrm>
              <a:off x="1070" y="9337"/>
              <a:ext cx="1812" cy="58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2,000</a:t>
              </a: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36" name="组合 135"/>
            <p:cNvGrpSpPr/>
            <p:nvPr/>
          </p:nvGrpSpPr>
          <p:grpSpPr>
            <a:xfrm>
              <a:off x="2486" y="9067"/>
              <a:ext cx="2321" cy="1040"/>
              <a:chOff x="5347" y="9053"/>
              <a:chExt cx="2321" cy="1040"/>
            </a:xfrm>
          </p:grpSpPr>
          <p:sp>
            <p:nvSpPr>
              <p:cNvPr id="137" name="文本框 19"/>
              <p:cNvSpPr txBox="1"/>
              <p:nvPr>
                <p:custDataLst>
                  <p:tags r:id="rId165"/>
                </p:custDataLst>
              </p:nvPr>
            </p:nvSpPr>
            <p:spPr>
              <a:xfrm>
                <a:off x="5385" y="9053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8" name="文本框 19"/>
              <p:cNvSpPr txBox="1"/>
              <p:nvPr>
                <p:custDataLst>
                  <p:tags r:id="rId166"/>
                </p:custDataLst>
              </p:nvPr>
            </p:nvSpPr>
            <p:spPr>
              <a:xfrm>
                <a:off x="5347" y="9660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598" name="组合 597"/>
          <p:cNvGrpSpPr/>
          <p:nvPr/>
        </p:nvGrpSpPr>
        <p:grpSpPr>
          <a:xfrm>
            <a:off x="2492375" y="5471160"/>
            <a:ext cx="2252980" cy="946785"/>
            <a:chOff x="1171" y="8619"/>
            <a:chExt cx="3548" cy="1491"/>
          </a:xfrm>
        </p:grpSpPr>
        <p:sp>
          <p:nvSpPr>
            <p:cNvPr id="139" name="文本框 95"/>
            <p:cNvSpPr txBox="1"/>
            <p:nvPr>
              <p:custDataLst>
                <p:tags r:id="rId167"/>
              </p:custDataLst>
            </p:nvPr>
          </p:nvSpPr>
          <p:spPr>
            <a:xfrm>
              <a:off x="1768" y="8625"/>
              <a:ext cx="1661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销售毛利率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0" name="圆角矩形 96"/>
            <p:cNvSpPr/>
            <p:nvPr>
              <p:custDataLst>
                <p:tags r:id="rId168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41" name="文本框 100"/>
            <p:cNvSpPr txBox="1"/>
            <p:nvPr>
              <p:custDataLst>
                <p:tags r:id="rId169"/>
              </p:custDataLst>
            </p:nvPr>
          </p:nvSpPr>
          <p:spPr>
            <a:xfrm>
              <a:off x="1171" y="9310"/>
              <a:ext cx="1678" cy="58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50.00%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2" name="组合 141"/>
            <p:cNvGrpSpPr/>
            <p:nvPr/>
          </p:nvGrpSpPr>
          <p:grpSpPr>
            <a:xfrm>
              <a:off x="2436" y="9021"/>
              <a:ext cx="2283" cy="1028"/>
              <a:chOff x="5297" y="9007"/>
              <a:chExt cx="2283" cy="1028"/>
            </a:xfrm>
          </p:grpSpPr>
          <p:sp>
            <p:nvSpPr>
              <p:cNvPr id="143" name="文本框 19"/>
              <p:cNvSpPr txBox="1"/>
              <p:nvPr>
                <p:custDataLst>
                  <p:tags r:id="rId170"/>
                </p:custDataLst>
              </p:nvPr>
            </p:nvSpPr>
            <p:spPr>
              <a:xfrm>
                <a:off x="5297" y="9007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4" name="文本框 19"/>
              <p:cNvSpPr txBox="1"/>
              <p:nvPr>
                <p:custDataLst>
                  <p:tags r:id="rId171"/>
                </p:custDataLst>
              </p:nvPr>
            </p:nvSpPr>
            <p:spPr>
              <a:xfrm>
                <a:off x="5297" y="9602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45" name="文本框 95"/>
          <p:cNvSpPr txBox="1"/>
          <p:nvPr>
            <p:custDataLst>
              <p:tags r:id="rId172"/>
            </p:custDataLst>
          </p:nvPr>
        </p:nvSpPr>
        <p:spPr>
          <a:xfrm>
            <a:off x="4663440" y="5480050"/>
            <a:ext cx="105600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新品贡献率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96"/>
          <p:cNvSpPr/>
          <p:nvPr>
            <p:custDataLst>
              <p:tags r:id="rId173"/>
            </p:custDataLst>
          </p:nvPr>
        </p:nvSpPr>
        <p:spPr>
          <a:xfrm>
            <a:off x="4293235" y="5475605"/>
            <a:ext cx="1759585" cy="9467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47" name="文本框 100"/>
          <p:cNvSpPr txBox="1"/>
          <p:nvPr>
            <p:custDataLst>
              <p:tags r:id="rId174"/>
            </p:custDataLst>
          </p:nvPr>
        </p:nvSpPr>
        <p:spPr>
          <a:xfrm>
            <a:off x="4629785" y="5803264"/>
            <a:ext cx="109093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9"/>
          <p:cNvSpPr txBox="1"/>
          <p:nvPr>
            <p:custDataLst>
              <p:tags r:id="rId175"/>
            </p:custDataLst>
          </p:nvPr>
        </p:nvSpPr>
        <p:spPr>
          <a:xfrm>
            <a:off x="4702492" y="6114415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3354070" y="4711065"/>
            <a:ext cx="1471930" cy="626745"/>
            <a:chOff x="5544" y="9008"/>
            <a:chExt cx="2318" cy="987"/>
          </a:xfrm>
        </p:grpSpPr>
        <p:sp>
          <p:nvSpPr>
            <p:cNvPr id="150" name="文本框 19"/>
            <p:cNvSpPr txBox="1"/>
            <p:nvPr>
              <p:custDataLst>
                <p:tags r:id="rId176"/>
              </p:custDataLst>
            </p:nvPr>
          </p:nvSpPr>
          <p:spPr>
            <a:xfrm>
              <a:off x="5544" y="9008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文本框 19"/>
            <p:cNvSpPr txBox="1"/>
            <p:nvPr>
              <p:custDataLst>
                <p:tags r:id="rId177"/>
              </p:custDataLst>
            </p:nvPr>
          </p:nvSpPr>
          <p:spPr>
            <a:xfrm>
              <a:off x="5579" y="9562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5" name="圆角矩形 154"/>
          <p:cNvSpPr/>
          <p:nvPr>
            <p:custDataLst>
              <p:tags r:id="rId178"/>
            </p:custDataLst>
          </p:nvPr>
        </p:nvSpPr>
        <p:spPr>
          <a:xfrm>
            <a:off x="6120130" y="1704975"/>
            <a:ext cx="5363845" cy="23323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56" name="圆角矩形 155"/>
          <p:cNvSpPr/>
          <p:nvPr>
            <p:custDataLst>
              <p:tags r:id="rId179"/>
            </p:custDataLst>
          </p:nvPr>
        </p:nvSpPr>
        <p:spPr>
          <a:xfrm>
            <a:off x="6120130" y="4094480"/>
            <a:ext cx="5363845" cy="23133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180"/>
            </p:custDataLst>
          </p:nvPr>
        </p:nvSpPr>
        <p:spPr>
          <a:xfrm>
            <a:off x="6066155" y="6022975"/>
            <a:ext cx="2293620" cy="384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注：展示指定二级品类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1" name="文本框 164"/>
          <p:cNvSpPr txBox="1"/>
          <p:nvPr>
            <p:custDataLst>
              <p:tags r:id="rId181"/>
            </p:custDataLst>
          </p:nvPr>
        </p:nvSpPr>
        <p:spPr>
          <a:xfrm>
            <a:off x="10611407" y="410400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4"/>
          <p:cNvSpPr txBox="1"/>
          <p:nvPr>
            <p:custDataLst>
              <p:tags r:id="rId182"/>
            </p:custDataLst>
          </p:nvPr>
        </p:nvSpPr>
        <p:spPr>
          <a:xfrm>
            <a:off x="10598707" y="171386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727152" y="1713548"/>
            <a:ext cx="2672715" cy="1385570"/>
            <a:chOff x="727153" y="1717278"/>
            <a:chExt cx="2595956" cy="1191791"/>
          </a:xfrm>
        </p:grpSpPr>
        <p:sp>
          <p:nvSpPr>
            <p:cNvPr id="168" name="圆角矩形 21"/>
            <p:cNvSpPr/>
            <p:nvPr>
              <p:custDataLst>
                <p:tags r:id="rId183"/>
              </p:custDataLst>
            </p:nvPr>
          </p:nvSpPr>
          <p:spPr>
            <a:xfrm>
              <a:off x="727153" y="1717278"/>
              <a:ext cx="2595956" cy="11917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945682" y="1813878"/>
              <a:ext cx="2330996" cy="942340"/>
              <a:chOff x="1659" y="5075"/>
              <a:chExt cx="3671" cy="1484"/>
            </a:xfrm>
          </p:grpSpPr>
          <p:sp>
            <p:nvSpPr>
              <p:cNvPr id="171" name="文本框 67"/>
              <p:cNvSpPr txBox="1"/>
              <p:nvPr>
                <p:custDataLst>
                  <p:tags r:id="rId184"/>
                </p:custDataLst>
              </p:nvPr>
            </p:nvSpPr>
            <p:spPr>
              <a:xfrm>
                <a:off x="3460" y="5599"/>
                <a:ext cx="1870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1.00%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2" name="文本框 68"/>
              <p:cNvSpPr txBox="1"/>
              <p:nvPr>
                <p:custDataLst>
                  <p:tags r:id="rId185"/>
                </p:custDataLst>
              </p:nvPr>
            </p:nvSpPr>
            <p:spPr>
              <a:xfrm>
                <a:off x="3460" y="6182"/>
                <a:ext cx="1545" cy="37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173" name="组合 172"/>
              <p:cNvGrpSpPr/>
              <p:nvPr/>
            </p:nvGrpSpPr>
            <p:grpSpPr>
              <a:xfrm>
                <a:off x="1659" y="5075"/>
                <a:ext cx="2723" cy="1363"/>
                <a:chOff x="813" y="1935"/>
                <a:chExt cx="1983" cy="987"/>
              </a:xfrm>
            </p:grpSpPr>
            <p:sp>
              <p:nvSpPr>
                <p:cNvPr id="174" name="文本框 176"/>
                <p:cNvSpPr txBox="1"/>
                <p:nvPr>
                  <p:custDataLst>
                    <p:tags r:id="rId186"/>
                  </p:custDataLst>
                </p:nvPr>
              </p:nvSpPr>
              <p:spPr>
                <a:xfrm>
                  <a:off x="1164" y="1935"/>
                  <a:ext cx="1632" cy="51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>
                      <a:latin typeface="微软雅黑" panose="020B0503020204020204" charset="-122"/>
                      <a:ea typeface="微软雅黑" panose="020B0503020204020204" charset="-122"/>
                    </a:rPr>
                    <a:t>     </a:t>
                  </a:r>
                  <a:r>
                    <a:rPr lang="zh-CN" altLang="en-US" sz="1400" b="1">
                      <a:latin typeface="微软雅黑" panose="020B0503020204020204" charset="-122"/>
                      <a:ea typeface="微软雅黑" panose="020B0503020204020204" charset="-122"/>
                    </a:rPr>
                    <a:t>财务净收入</a:t>
                  </a: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5" name="文本框 177"/>
                <p:cNvSpPr txBox="1"/>
                <p:nvPr>
                  <p:custDataLst>
                    <p:tags r:id="rId187"/>
                  </p:custDataLst>
                </p:nvPr>
              </p:nvSpPr>
              <p:spPr>
                <a:xfrm>
                  <a:off x="813" y="2498"/>
                  <a:ext cx="1471" cy="42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8,000</a:t>
                  </a:r>
                  <a:r>
                    <a:rPr lang="zh-CN" altLang="en-US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万元</a:t>
                  </a:r>
                  <a:endParaRPr lang="zh-CN" altLang="en-US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176" name="组合 175"/>
          <p:cNvGrpSpPr/>
          <p:nvPr/>
        </p:nvGrpSpPr>
        <p:grpSpPr>
          <a:xfrm>
            <a:off x="3632200" y="3261995"/>
            <a:ext cx="2148205" cy="841916"/>
            <a:chOff x="5720" y="4912"/>
            <a:chExt cx="3383" cy="1004"/>
          </a:xfrm>
        </p:grpSpPr>
        <p:sp>
          <p:nvSpPr>
            <p:cNvPr id="177" name="文本框 176"/>
            <p:cNvSpPr txBox="1"/>
            <p:nvPr>
              <p:custDataLst>
                <p:tags r:id="rId188"/>
              </p:custDataLst>
            </p:nvPr>
          </p:nvSpPr>
          <p:spPr>
            <a:xfrm>
              <a:off x="5720" y="4912"/>
              <a:ext cx="3383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财务净收入目标差异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8" name="文本框 177"/>
            <p:cNvSpPr txBox="1"/>
            <p:nvPr>
              <p:custDataLst>
                <p:tags r:id="rId189"/>
              </p:custDataLst>
            </p:nvPr>
          </p:nvSpPr>
          <p:spPr>
            <a:xfrm>
              <a:off x="6596" y="5330"/>
              <a:ext cx="2100" cy="5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Rectangle: Rounded Corners 156"/>
          <p:cNvSpPr/>
          <p:nvPr>
            <p:custDataLst>
              <p:tags r:id="rId190"/>
            </p:custDataLst>
          </p:nvPr>
        </p:nvSpPr>
        <p:spPr>
          <a:xfrm>
            <a:off x="5680075" y="1221740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: Rounded Corners 156"/>
          <p:cNvSpPr/>
          <p:nvPr>
            <p:custDataLst>
              <p:tags r:id="rId191"/>
            </p:custDataLst>
          </p:nvPr>
        </p:nvSpPr>
        <p:spPr>
          <a:xfrm>
            <a:off x="775970" y="1567434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: Rounded Corners 156"/>
          <p:cNvSpPr/>
          <p:nvPr>
            <p:custDataLst>
              <p:tags r:id="rId192"/>
            </p:custDataLst>
          </p:nvPr>
        </p:nvSpPr>
        <p:spPr>
          <a:xfrm>
            <a:off x="1585595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五大渠道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: Rounded Corners 156"/>
          <p:cNvSpPr/>
          <p:nvPr>
            <p:custDataLst>
              <p:tags r:id="rId193"/>
            </p:custDataLst>
          </p:nvPr>
        </p:nvSpPr>
        <p:spPr>
          <a:xfrm>
            <a:off x="2406650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: Rounded Corners 156"/>
          <p:cNvSpPr/>
          <p:nvPr>
            <p:custDataLst>
              <p:tags r:id="rId194"/>
            </p:custDataLst>
          </p:nvPr>
        </p:nvSpPr>
        <p:spPr>
          <a:xfrm>
            <a:off x="3227705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: Rounded Corners 156"/>
          <p:cNvSpPr/>
          <p:nvPr>
            <p:custDataLst>
              <p:tags r:id="rId195"/>
            </p:custDataLst>
          </p:nvPr>
        </p:nvSpPr>
        <p:spPr>
          <a:xfrm>
            <a:off x="4048760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: Rounded Corners 156"/>
          <p:cNvSpPr/>
          <p:nvPr>
            <p:custDataLst>
              <p:tags r:id="rId196"/>
            </p:custDataLst>
          </p:nvPr>
        </p:nvSpPr>
        <p:spPr>
          <a:xfrm>
            <a:off x="4859020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: Rounded Corners 156"/>
          <p:cNvSpPr/>
          <p:nvPr>
            <p:custDataLst>
              <p:tags r:id="rId197"/>
            </p:custDataLst>
          </p:nvPr>
        </p:nvSpPr>
        <p:spPr>
          <a:xfrm>
            <a:off x="5687060" y="1566989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98"/>
            </p:custDataLst>
          </p:nvPr>
        </p:nvSpPr>
        <p:spPr>
          <a:xfrm>
            <a:off x="2875280" y="36313745"/>
            <a:ext cx="320675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注：所有店铺铺开，往下展开到业务单元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Rectangle: Rounded Corners 156"/>
          <p:cNvSpPr/>
          <p:nvPr>
            <p:custDataLst>
              <p:tags r:id="rId199"/>
            </p:custDataLst>
          </p:nvPr>
        </p:nvSpPr>
        <p:spPr>
          <a:xfrm>
            <a:off x="741045" y="42712005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: Rounded Corners 156"/>
          <p:cNvSpPr/>
          <p:nvPr>
            <p:custDataLst>
              <p:tags r:id="rId200"/>
            </p:custDataLst>
          </p:nvPr>
        </p:nvSpPr>
        <p:spPr>
          <a:xfrm>
            <a:off x="1713230" y="42710735"/>
            <a:ext cx="972185" cy="23495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: Rounded Corners 156"/>
          <p:cNvSpPr/>
          <p:nvPr>
            <p:custDataLst>
              <p:tags r:id="rId201"/>
            </p:custDataLst>
          </p:nvPr>
        </p:nvSpPr>
        <p:spPr>
          <a:xfrm>
            <a:off x="2685415" y="42710735"/>
            <a:ext cx="972185" cy="23495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非达播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202"/>
            </p:custDataLst>
          </p:nvPr>
        </p:nvSpPr>
        <p:spPr>
          <a:xfrm>
            <a:off x="4026535" y="3976370"/>
            <a:ext cx="2150745" cy="384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注：实际数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目标值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8" name="Rectangle: Rounded Corners 156"/>
          <p:cNvSpPr/>
          <p:nvPr>
            <p:custDataLst>
              <p:tags r:id="rId203"/>
            </p:custDataLst>
          </p:nvPr>
        </p:nvSpPr>
        <p:spPr>
          <a:xfrm>
            <a:off x="6508750" y="15669895"/>
            <a:ext cx="828040" cy="3016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52475" y="48657933"/>
            <a:ext cx="622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看板说明：</a:t>
            </a:r>
            <a:endParaRPr kumimoji="1" lang="en-US" altLang="zh-CN" dirty="0"/>
          </a:p>
          <a:p>
            <a:endParaRPr kumimoji="1" lang="en-US" altLang="zh-CN" dirty="0"/>
          </a:p>
        </p:txBody>
      </p:sp>
      <p:grpSp>
        <p:nvGrpSpPr>
          <p:cNvPr id="32" name="Group 16"/>
          <p:cNvGrpSpPr/>
          <p:nvPr/>
        </p:nvGrpSpPr>
        <p:grpSpPr>
          <a:xfrm>
            <a:off x="7105015" y="681355"/>
            <a:ext cx="2252980" cy="295275"/>
            <a:chOff x="9428626" y="513634"/>
            <a:chExt cx="2062214" cy="295275"/>
          </a:xfrm>
        </p:grpSpPr>
        <p:sp>
          <p:nvSpPr>
            <p:cNvPr id="33" name="Rectangle: Top Corners Rounded 17"/>
            <p:cNvSpPr/>
            <p:nvPr>
              <p:custDataLst>
                <p:tags r:id="rId204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Rectangle: Single Corner Rounded 18"/>
            <p:cNvSpPr/>
            <p:nvPr>
              <p:custDataLst>
                <p:tags r:id="rId205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Isosceles Triangle 19"/>
            <p:cNvSpPr/>
            <p:nvPr>
              <p:custDataLst>
                <p:tags r:id="rId206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TextBox 20"/>
            <p:cNvSpPr txBox="1"/>
            <p:nvPr>
              <p:custDataLst>
                <p:tags r:id="rId207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2" name="文本框 151"/>
          <p:cNvSpPr txBox="1"/>
          <p:nvPr>
            <p:custDataLst>
              <p:tags r:id="rId208"/>
            </p:custDataLst>
          </p:nvPr>
        </p:nvSpPr>
        <p:spPr>
          <a:xfrm>
            <a:off x="1578610" y="20748625"/>
            <a:ext cx="320675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、第一个指标卡代表的是天猫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抖音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京东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三个平台的市场占有率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、上方四张指标卡联动底下的趋势图和排名表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3" name="文本框 152"/>
          <p:cNvSpPr txBox="1"/>
          <p:nvPr>
            <p:custDataLst>
              <p:tags r:id="rId209"/>
            </p:custDataLst>
          </p:nvPr>
        </p:nvSpPr>
        <p:spPr>
          <a:xfrm>
            <a:off x="2231390" y="19213830"/>
            <a:ext cx="2226945" cy="104838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底下两个排名表，没有总体的排名，默认显示天猫的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4" name="文本框 153"/>
          <p:cNvSpPr txBox="1"/>
          <p:nvPr>
            <p:custDataLst>
              <p:tags r:id="rId210"/>
            </p:custDataLst>
          </p:nvPr>
        </p:nvSpPr>
        <p:spPr>
          <a:xfrm>
            <a:off x="1854835" y="23074630"/>
            <a:ext cx="320675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表标题名称要根据切换的平台变化，如展示天猫的排名时，显示为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天猫品牌排名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211"/>
            </p:custDataLst>
          </p:nvPr>
        </p:nvSpPr>
        <p:spPr>
          <a:xfrm>
            <a:off x="2298065" y="40714930"/>
            <a:ext cx="149352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212"/>
            </p:custDataLst>
          </p:nvPr>
        </p:nvSpPr>
        <p:spPr>
          <a:xfrm>
            <a:off x="2298065" y="46753145"/>
            <a:ext cx="149352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0" name="文本框 286"/>
          <p:cNvSpPr txBox="1"/>
          <p:nvPr>
            <p:custDataLst>
              <p:tags r:id="rId213"/>
            </p:custDataLst>
          </p:nvPr>
        </p:nvSpPr>
        <p:spPr>
          <a:xfrm>
            <a:off x="3179445" y="29765625"/>
            <a:ext cx="332867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注：点击前五个费用大类可联动右侧的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表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默认显示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全部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14"/>
            </p:custDataLst>
          </p:nvPr>
        </p:nvSpPr>
        <p:spPr>
          <a:xfrm>
            <a:off x="9688150" y="35987355"/>
            <a:ext cx="1986325" cy="244747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点击查看部门费用明细表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2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5130" y="2073910"/>
          <a:ext cx="11486515" cy="27317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233805"/>
                <a:gridCol w="1083945"/>
                <a:gridCol w="573405"/>
                <a:gridCol w="678180"/>
                <a:gridCol w="680720"/>
                <a:gridCol w="680720"/>
                <a:gridCol w="680085"/>
                <a:gridCol w="680720"/>
                <a:gridCol w="680085"/>
                <a:gridCol w="680720"/>
                <a:gridCol w="679450"/>
                <a:gridCol w="680720"/>
                <a:gridCol w="824230"/>
                <a:gridCol w="824865"/>
                <a:gridCol w="824865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SKU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花西子花隐星穹口红-M122绛仙绣-3.2g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花西子花隐星穹口红-M115御宫绣-3.2g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花西子花隐星穹口红-M116彤心绣-3.2g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花西子花隐星穹口红-M117红鸾绣-3.2g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文本框 202"/>
          <p:cNvSpPr txBox="1"/>
          <p:nvPr>
            <p:custDataLst>
              <p:tags r:id="rId2"/>
            </p:custDataLst>
          </p:nvPr>
        </p:nvSpPr>
        <p:spPr>
          <a:xfrm>
            <a:off x="239395" y="1642745"/>
            <a:ext cx="2990849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3"/>
            </p:custDataLst>
          </p:nvPr>
        </p:nvSpPr>
        <p:spPr>
          <a:xfrm>
            <a:off x="193039" y="6134191"/>
            <a:ext cx="290449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8" name="Group 16"/>
          <p:cNvGrpSpPr/>
          <p:nvPr/>
        </p:nvGrpSpPr>
        <p:grpSpPr>
          <a:xfrm>
            <a:off x="85090" y="5038725"/>
            <a:ext cx="2357120" cy="291465"/>
            <a:chOff x="9572029" y="430877"/>
            <a:chExt cx="1319315" cy="491055"/>
          </a:xfrm>
        </p:grpSpPr>
        <p:sp>
          <p:nvSpPr>
            <p:cNvPr id="79" name="Rectangle: Top Corners Rounded 17"/>
            <p:cNvSpPr/>
            <p:nvPr>
              <p:custDataLst>
                <p:tags r:id="rId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Rectangle: Single Corner Rounded 18"/>
            <p:cNvSpPr/>
            <p:nvPr>
              <p:custDataLst>
                <p:tags r:id="rId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Isosceles Triangle 19"/>
            <p:cNvSpPr/>
            <p:nvPr>
              <p:custDataLst>
                <p:tags r:id="rId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TextBox 20"/>
            <p:cNvSpPr txBox="1"/>
            <p:nvPr>
              <p:custDataLst>
                <p:tags r:id="rId7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3" name="圆角矩形 20"/>
          <p:cNvSpPr/>
          <p:nvPr>
            <p:custDataLst>
              <p:tags r:id="rId8"/>
            </p:custDataLst>
          </p:nvPr>
        </p:nvSpPr>
        <p:spPr>
          <a:xfrm>
            <a:off x="325120" y="2007235"/>
            <a:ext cx="11619865" cy="28644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aphicFrame>
        <p:nvGraphicFramePr>
          <p:cNvPr id="71" name="表格 152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320040" y="6590030"/>
          <a:ext cx="11538585" cy="26936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318895"/>
                <a:gridCol w="1322070"/>
                <a:gridCol w="653415"/>
                <a:gridCol w="772795"/>
                <a:gridCol w="775970"/>
                <a:gridCol w="775335"/>
                <a:gridCol w="775335"/>
                <a:gridCol w="775335"/>
                <a:gridCol w="774700"/>
                <a:gridCol w="775335"/>
                <a:gridCol w="939165"/>
                <a:gridCol w="940435"/>
                <a:gridCol w="939800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SKU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花西子花隐星穹口红-M122绛仙绣-3.2g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花西子花隐星穹口红-M115御宫绣-3.2g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花西子花隐星穹口红-M116彤心绣-3.2g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花西子花隐星穹口红-M117红鸾绣-3.2g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72" name="圆角矩形 20"/>
          <p:cNvSpPr/>
          <p:nvPr>
            <p:custDataLst>
              <p:tags r:id="rId10"/>
            </p:custDataLst>
          </p:nvPr>
        </p:nvSpPr>
        <p:spPr>
          <a:xfrm>
            <a:off x="273050" y="6523355"/>
            <a:ext cx="11619865" cy="2824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2799715" y="1402080"/>
            <a:ext cx="9145270" cy="3232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待确认展示指标：展示日报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报表总览的指标，费用只展示一级预算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科目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下载展示列：日期、渠道、店铺、业务单元、一级品类、二级品类、三级品类、产品简称、单品名称、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sku</a:t>
            </a:r>
            <a:endParaRPr lang="en-US" altLang="zh-CN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下载的表上方可以显示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筛选项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2508250" y="5999480"/>
            <a:ext cx="9204325" cy="3606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待确认展示指标：月报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报表总览上的指标，非成本、利润数据，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费用只展示一级预算科目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下载展示列：月份、渠道、店铺、业务单元、一级品类、二级品类、三级品类、产品简称、单品名称、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sku</a:t>
            </a:r>
            <a:endParaRPr lang="en-US" altLang="zh-CN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下载的表上方可以显示筛选项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38" name="Group 16"/>
          <p:cNvGrpSpPr/>
          <p:nvPr/>
        </p:nvGrpSpPr>
        <p:grpSpPr>
          <a:xfrm>
            <a:off x="15239" y="5443220"/>
            <a:ext cx="2426336" cy="291465"/>
            <a:chOff x="9533288" y="430877"/>
            <a:chExt cx="1358056" cy="491055"/>
          </a:xfrm>
        </p:grpSpPr>
        <p:sp>
          <p:nvSpPr>
            <p:cNvPr id="39" name="Rectangle: Top Corners Rounded 17"/>
            <p:cNvSpPr/>
            <p:nvPr>
              <p:custDataLst>
                <p:tags r:id="rId1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ectangle: Single Corner Rounded 18"/>
            <p:cNvSpPr/>
            <p:nvPr>
              <p:custDataLst>
                <p:tags r:id="rId1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Isosceles Triangle 19"/>
            <p:cNvSpPr/>
            <p:nvPr>
              <p:custDataLst>
                <p:tags r:id="rId1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9533288" y="462972"/>
              <a:ext cx="53668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3" name="Group 16"/>
          <p:cNvGrpSpPr/>
          <p:nvPr/>
        </p:nvGrpSpPr>
        <p:grpSpPr>
          <a:xfrm>
            <a:off x="4577719" y="5495925"/>
            <a:ext cx="2423791" cy="291465"/>
            <a:chOff x="9534712" y="430877"/>
            <a:chExt cx="1356632" cy="491055"/>
          </a:xfrm>
        </p:grpSpPr>
        <p:sp>
          <p:nvSpPr>
            <p:cNvPr id="44" name="Rectangle: Top Corners Rounded 17"/>
            <p:cNvSpPr/>
            <p:nvPr>
              <p:custDataLst>
                <p:tags r:id="rId17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: Single Corner Rounded 18"/>
            <p:cNvSpPr/>
            <p:nvPr>
              <p:custDataLst>
                <p:tags r:id="rId18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Isosceles Triangle 19"/>
            <p:cNvSpPr/>
            <p:nvPr>
              <p:custDataLst>
                <p:tags r:id="rId19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9534712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8" name="Group 16"/>
          <p:cNvGrpSpPr/>
          <p:nvPr/>
        </p:nvGrpSpPr>
        <p:grpSpPr>
          <a:xfrm>
            <a:off x="6894835" y="5507990"/>
            <a:ext cx="2442840" cy="291465"/>
            <a:chOff x="9524050" y="430877"/>
            <a:chExt cx="1367294" cy="491055"/>
          </a:xfrm>
        </p:grpSpPr>
        <p:sp>
          <p:nvSpPr>
            <p:cNvPr id="49" name="Rectangle: Top Corners Rounded 17"/>
            <p:cNvSpPr/>
            <p:nvPr>
              <p:custDataLst>
                <p:tags r:id="rId21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Rectangle: Single Corner Rounded 18"/>
            <p:cNvSpPr/>
            <p:nvPr>
              <p:custDataLst>
                <p:tags r:id="rId22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Isosceles Triangle 19"/>
            <p:cNvSpPr/>
            <p:nvPr>
              <p:custDataLst>
                <p:tags r:id="rId23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TextBox 20"/>
            <p:cNvSpPr txBox="1"/>
            <p:nvPr>
              <p:custDataLst>
                <p:tags r:id="rId24"/>
              </p:custDataLst>
            </p:nvPr>
          </p:nvSpPr>
          <p:spPr>
            <a:xfrm>
              <a:off x="9524050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产品简称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3" name="Group 16"/>
          <p:cNvGrpSpPr/>
          <p:nvPr/>
        </p:nvGrpSpPr>
        <p:grpSpPr>
          <a:xfrm>
            <a:off x="9212586" y="5520055"/>
            <a:ext cx="2461889" cy="291465"/>
            <a:chOff x="9513388" y="430877"/>
            <a:chExt cx="1377956" cy="491055"/>
          </a:xfrm>
        </p:grpSpPr>
        <p:sp>
          <p:nvSpPr>
            <p:cNvPr id="54" name="Rectangle: Top Corners Rounded 17"/>
            <p:cNvSpPr/>
            <p:nvPr>
              <p:custDataLst>
                <p:tags r:id="rId25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Rectangle: Single Corner Rounded 18"/>
            <p:cNvSpPr/>
            <p:nvPr>
              <p:custDataLst>
                <p:tags r:id="rId26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Isosceles Triangle 19"/>
            <p:cNvSpPr/>
            <p:nvPr>
              <p:custDataLst>
                <p:tags r:id="rId27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TextBox 20"/>
            <p:cNvSpPr txBox="1"/>
            <p:nvPr>
              <p:custDataLst>
                <p:tags r:id="rId28"/>
              </p:custDataLst>
            </p:nvPr>
          </p:nvSpPr>
          <p:spPr>
            <a:xfrm>
              <a:off x="9513388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单品名称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8" name="Group 16"/>
          <p:cNvGrpSpPr/>
          <p:nvPr/>
        </p:nvGrpSpPr>
        <p:grpSpPr>
          <a:xfrm>
            <a:off x="4623435" y="5057775"/>
            <a:ext cx="2357120" cy="291465"/>
            <a:chOff x="9572029" y="430877"/>
            <a:chExt cx="1319315" cy="491055"/>
          </a:xfrm>
        </p:grpSpPr>
        <p:sp>
          <p:nvSpPr>
            <p:cNvPr id="59" name="Rectangle: Top Corners Rounded 17"/>
            <p:cNvSpPr/>
            <p:nvPr>
              <p:custDataLst>
                <p:tags r:id="rId29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天猫渠道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Rectangle: Single Corner Rounded 18"/>
            <p:cNvSpPr/>
            <p:nvPr>
              <p:custDataLst>
                <p:tags r:id="rId30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Isosceles Triangle 19"/>
            <p:cNvSpPr/>
            <p:nvPr>
              <p:custDataLst>
                <p:tags r:id="rId31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TextBox 20"/>
            <p:cNvSpPr txBox="1"/>
            <p:nvPr>
              <p:custDataLst>
                <p:tags r:id="rId32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渠道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" name="Group 16"/>
          <p:cNvGrpSpPr/>
          <p:nvPr/>
        </p:nvGrpSpPr>
        <p:grpSpPr>
          <a:xfrm>
            <a:off x="2442210" y="5057775"/>
            <a:ext cx="2251075" cy="291465"/>
            <a:chOff x="9631384" y="430877"/>
            <a:chExt cx="1259960" cy="491055"/>
          </a:xfrm>
        </p:grpSpPr>
        <p:sp>
          <p:nvSpPr>
            <p:cNvPr id="65" name="Rectangle: Top Corners Rounded 17"/>
            <p:cNvSpPr/>
            <p:nvPr>
              <p:custDataLst>
                <p:tags r:id="rId3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Rectangle: Single Corner Rounded 18"/>
            <p:cNvSpPr/>
            <p:nvPr>
              <p:custDataLst>
                <p:tags r:id="rId3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Isosceles Triangle 19"/>
            <p:cNvSpPr/>
            <p:nvPr>
              <p:custDataLst>
                <p:tags r:id="rId3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TextBox 20"/>
            <p:cNvSpPr txBox="1"/>
            <p:nvPr>
              <p:custDataLst>
                <p:tags r:id="rId36"/>
              </p:custDataLst>
            </p:nvPr>
          </p:nvSpPr>
          <p:spPr>
            <a:xfrm>
              <a:off x="9631384" y="462972"/>
              <a:ext cx="803247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9" name="Group 16"/>
          <p:cNvGrpSpPr/>
          <p:nvPr/>
        </p:nvGrpSpPr>
        <p:grpSpPr>
          <a:xfrm>
            <a:off x="6924675" y="5057775"/>
            <a:ext cx="2357120" cy="291465"/>
            <a:chOff x="9572029" y="430877"/>
            <a:chExt cx="1319315" cy="491055"/>
          </a:xfrm>
        </p:grpSpPr>
        <p:sp>
          <p:nvSpPr>
            <p:cNvPr id="70" name="Rectangle: Top Corners Rounded 17"/>
            <p:cNvSpPr/>
            <p:nvPr>
              <p:custDataLst>
                <p:tags r:id="rId37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旗舰店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Rectangle: Single Corner Rounded 18"/>
            <p:cNvSpPr/>
            <p:nvPr>
              <p:custDataLst>
                <p:tags r:id="rId38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Isosceles Triangle 19"/>
            <p:cNvSpPr/>
            <p:nvPr>
              <p:custDataLst>
                <p:tags r:id="rId39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TextBox 20"/>
            <p:cNvSpPr txBox="1"/>
            <p:nvPr>
              <p:custDataLst>
                <p:tags r:id="rId40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店铺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4" name="Group 16"/>
          <p:cNvGrpSpPr/>
          <p:nvPr/>
        </p:nvGrpSpPr>
        <p:grpSpPr>
          <a:xfrm>
            <a:off x="9190356" y="5067300"/>
            <a:ext cx="2484119" cy="291465"/>
            <a:chOff x="9500946" y="430877"/>
            <a:chExt cx="1390398" cy="491055"/>
          </a:xfrm>
        </p:grpSpPr>
        <p:sp>
          <p:nvSpPr>
            <p:cNvPr id="85" name="Rectangle: Top Corners Rounded 17"/>
            <p:cNvSpPr/>
            <p:nvPr>
              <p:custDataLst>
                <p:tags r:id="rId41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货架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Rectangle: Single Corner Rounded 18"/>
            <p:cNvSpPr/>
            <p:nvPr>
              <p:custDataLst>
                <p:tags r:id="rId42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7" name="Isosceles Triangle 19"/>
            <p:cNvSpPr/>
            <p:nvPr>
              <p:custDataLst>
                <p:tags r:id="rId43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TextBox 20"/>
            <p:cNvSpPr txBox="1"/>
            <p:nvPr>
              <p:custDataLst>
                <p:tags r:id="rId44"/>
              </p:custDataLst>
            </p:nvPr>
          </p:nvSpPr>
          <p:spPr>
            <a:xfrm>
              <a:off x="9500946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业务单元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9" name="Group 16"/>
          <p:cNvGrpSpPr/>
          <p:nvPr/>
        </p:nvGrpSpPr>
        <p:grpSpPr>
          <a:xfrm>
            <a:off x="2331088" y="5483860"/>
            <a:ext cx="2404742" cy="291465"/>
            <a:chOff x="9545374" y="430877"/>
            <a:chExt cx="1345970" cy="491055"/>
          </a:xfrm>
        </p:grpSpPr>
        <p:sp>
          <p:nvSpPr>
            <p:cNvPr id="90" name="Rectangle: Top Corners Rounded 17"/>
            <p:cNvSpPr/>
            <p:nvPr>
              <p:custDataLst>
                <p:tags r:id="rId45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" name="Rectangle: Single Corner Rounded 18"/>
            <p:cNvSpPr/>
            <p:nvPr>
              <p:custDataLst>
                <p:tags r:id="rId46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Isosceles Triangle 19"/>
            <p:cNvSpPr/>
            <p:nvPr>
              <p:custDataLst>
                <p:tags r:id="rId47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TextBox 20"/>
            <p:cNvSpPr txBox="1"/>
            <p:nvPr>
              <p:custDataLst>
                <p:tags r:id="rId48"/>
              </p:custDataLst>
            </p:nvPr>
          </p:nvSpPr>
          <p:spPr>
            <a:xfrm>
              <a:off x="9545374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4" name="Group 16"/>
          <p:cNvGrpSpPr/>
          <p:nvPr/>
        </p:nvGrpSpPr>
        <p:grpSpPr>
          <a:xfrm>
            <a:off x="123195" y="5815965"/>
            <a:ext cx="2274565" cy="291465"/>
            <a:chOff x="9618236" y="430877"/>
            <a:chExt cx="1273108" cy="491055"/>
          </a:xfrm>
        </p:grpSpPr>
        <p:sp>
          <p:nvSpPr>
            <p:cNvPr id="95" name="Rectangle: Top Corners Rounded 17"/>
            <p:cNvSpPr/>
            <p:nvPr>
              <p:custDataLst>
                <p:tags r:id="rId49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6" name="Rectangle: Single Corner Rounded 18"/>
            <p:cNvSpPr/>
            <p:nvPr>
              <p:custDataLst>
                <p:tags r:id="rId50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7" name="Isosceles Triangle 19"/>
            <p:cNvSpPr/>
            <p:nvPr>
              <p:custDataLst>
                <p:tags r:id="rId51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TextBox 20"/>
            <p:cNvSpPr txBox="1"/>
            <p:nvPr>
              <p:custDataLst>
                <p:tags r:id="rId52"/>
              </p:custDataLst>
            </p:nvPr>
          </p:nvSpPr>
          <p:spPr>
            <a:xfrm>
              <a:off x="9618236" y="462972"/>
              <a:ext cx="75775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SKU: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9" name="Group 16"/>
          <p:cNvGrpSpPr/>
          <p:nvPr/>
        </p:nvGrpSpPr>
        <p:grpSpPr>
          <a:xfrm>
            <a:off x="195580" y="441325"/>
            <a:ext cx="2357120" cy="291465"/>
            <a:chOff x="9572029" y="430877"/>
            <a:chExt cx="1319315" cy="491055"/>
          </a:xfrm>
        </p:grpSpPr>
        <p:sp>
          <p:nvSpPr>
            <p:cNvPr id="100" name="Rectangle: Top Corners Rounded 17"/>
            <p:cNvSpPr/>
            <p:nvPr>
              <p:custDataLst>
                <p:tags r:id="rId5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1" name="Rectangle: Single Corner Rounded 18"/>
            <p:cNvSpPr/>
            <p:nvPr>
              <p:custDataLst>
                <p:tags r:id="rId5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Isosceles Triangle 19"/>
            <p:cNvSpPr/>
            <p:nvPr>
              <p:custDataLst>
                <p:tags r:id="rId5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TextBox 20"/>
            <p:cNvSpPr txBox="1"/>
            <p:nvPr>
              <p:custDataLst>
                <p:tags r:id="rId56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4" name="Group 16"/>
          <p:cNvGrpSpPr/>
          <p:nvPr/>
        </p:nvGrpSpPr>
        <p:grpSpPr>
          <a:xfrm>
            <a:off x="110489" y="852805"/>
            <a:ext cx="2426336" cy="291465"/>
            <a:chOff x="9533288" y="430877"/>
            <a:chExt cx="1358056" cy="491055"/>
          </a:xfrm>
        </p:grpSpPr>
        <p:sp>
          <p:nvSpPr>
            <p:cNvPr id="105" name="Rectangle: Top Corners Rounded 17"/>
            <p:cNvSpPr/>
            <p:nvPr>
              <p:custDataLst>
                <p:tags r:id="rId57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Rectangle: Single Corner Rounded 18"/>
            <p:cNvSpPr/>
            <p:nvPr>
              <p:custDataLst>
                <p:tags r:id="rId58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Isosceles Triangle 19"/>
            <p:cNvSpPr/>
            <p:nvPr>
              <p:custDataLst>
                <p:tags r:id="rId59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TextBox 20"/>
            <p:cNvSpPr txBox="1"/>
            <p:nvPr>
              <p:custDataLst>
                <p:tags r:id="rId60"/>
              </p:custDataLst>
            </p:nvPr>
          </p:nvSpPr>
          <p:spPr>
            <a:xfrm>
              <a:off x="9533288" y="462972"/>
              <a:ext cx="53668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9" name="Group 16"/>
          <p:cNvGrpSpPr/>
          <p:nvPr/>
        </p:nvGrpSpPr>
        <p:grpSpPr>
          <a:xfrm>
            <a:off x="4688209" y="898525"/>
            <a:ext cx="2423791" cy="291465"/>
            <a:chOff x="9534712" y="430877"/>
            <a:chExt cx="1356632" cy="491055"/>
          </a:xfrm>
        </p:grpSpPr>
        <p:sp>
          <p:nvSpPr>
            <p:cNvPr id="110" name="Rectangle: Top Corners Rounded 17"/>
            <p:cNvSpPr/>
            <p:nvPr>
              <p:custDataLst>
                <p:tags r:id="rId61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: Single Corner Rounded 18"/>
            <p:cNvSpPr/>
            <p:nvPr>
              <p:custDataLst>
                <p:tags r:id="rId62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Isosceles Triangle 19"/>
            <p:cNvSpPr/>
            <p:nvPr>
              <p:custDataLst>
                <p:tags r:id="rId63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TextBox 20"/>
            <p:cNvSpPr txBox="1"/>
            <p:nvPr>
              <p:custDataLst>
                <p:tags r:id="rId64"/>
              </p:custDataLst>
            </p:nvPr>
          </p:nvSpPr>
          <p:spPr>
            <a:xfrm>
              <a:off x="9534712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4" name="Group 16"/>
          <p:cNvGrpSpPr/>
          <p:nvPr/>
        </p:nvGrpSpPr>
        <p:grpSpPr>
          <a:xfrm>
            <a:off x="7005325" y="910590"/>
            <a:ext cx="2442840" cy="291465"/>
            <a:chOff x="9524050" y="430877"/>
            <a:chExt cx="1367294" cy="491055"/>
          </a:xfrm>
        </p:grpSpPr>
        <p:sp>
          <p:nvSpPr>
            <p:cNvPr id="115" name="Rectangle: Top Corners Rounded 17"/>
            <p:cNvSpPr/>
            <p:nvPr>
              <p:custDataLst>
                <p:tags r:id="rId65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6" name="Rectangle: Single Corner Rounded 18"/>
            <p:cNvSpPr/>
            <p:nvPr>
              <p:custDataLst>
                <p:tags r:id="rId66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Isosceles Triangle 19"/>
            <p:cNvSpPr/>
            <p:nvPr>
              <p:custDataLst>
                <p:tags r:id="rId67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TextBox 20"/>
            <p:cNvSpPr txBox="1"/>
            <p:nvPr>
              <p:custDataLst>
                <p:tags r:id="rId68"/>
              </p:custDataLst>
            </p:nvPr>
          </p:nvSpPr>
          <p:spPr>
            <a:xfrm>
              <a:off x="9524050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产品简称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3" name="Group 16"/>
          <p:cNvGrpSpPr/>
          <p:nvPr/>
        </p:nvGrpSpPr>
        <p:grpSpPr>
          <a:xfrm>
            <a:off x="9323076" y="922655"/>
            <a:ext cx="2461889" cy="291465"/>
            <a:chOff x="9513388" y="430877"/>
            <a:chExt cx="1377956" cy="491055"/>
          </a:xfrm>
        </p:grpSpPr>
        <p:sp>
          <p:nvSpPr>
            <p:cNvPr id="124" name="Rectangle: Top Corners Rounded 17"/>
            <p:cNvSpPr/>
            <p:nvPr>
              <p:custDataLst>
                <p:tags r:id="rId69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: Single Corner Rounded 18"/>
            <p:cNvSpPr/>
            <p:nvPr>
              <p:custDataLst>
                <p:tags r:id="rId70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Isosceles Triangle 19"/>
            <p:cNvSpPr/>
            <p:nvPr>
              <p:custDataLst>
                <p:tags r:id="rId71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TextBox 20"/>
            <p:cNvSpPr txBox="1"/>
            <p:nvPr>
              <p:custDataLst>
                <p:tags r:id="rId72"/>
              </p:custDataLst>
            </p:nvPr>
          </p:nvSpPr>
          <p:spPr>
            <a:xfrm>
              <a:off x="9513388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单品名称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8" name="Group 16"/>
          <p:cNvGrpSpPr/>
          <p:nvPr/>
        </p:nvGrpSpPr>
        <p:grpSpPr>
          <a:xfrm>
            <a:off x="4733925" y="460375"/>
            <a:ext cx="2357120" cy="291465"/>
            <a:chOff x="9572029" y="430877"/>
            <a:chExt cx="1319315" cy="491055"/>
          </a:xfrm>
        </p:grpSpPr>
        <p:sp>
          <p:nvSpPr>
            <p:cNvPr id="129" name="Rectangle: Top Corners Rounded 17"/>
            <p:cNvSpPr/>
            <p:nvPr>
              <p:custDataLst>
                <p:tags r:id="rId7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天猫渠道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0" name="Rectangle: Single Corner Rounded 18"/>
            <p:cNvSpPr/>
            <p:nvPr>
              <p:custDataLst>
                <p:tags r:id="rId7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Isosceles Triangle 19"/>
            <p:cNvSpPr/>
            <p:nvPr>
              <p:custDataLst>
                <p:tags r:id="rId7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2" name="TextBox 20"/>
            <p:cNvSpPr txBox="1"/>
            <p:nvPr>
              <p:custDataLst>
                <p:tags r:id="rId76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渠道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3" name="Group 16"/>
          <p:cNvGrpSpPr/>
          <p:nvPr/>
        </p:nvGrpSpPr>
        <p:grpSpPr>
          <a:xfrm>
            <a:off x="2552700" y="460375"/>
            <a:ext cx="2251075" cy="291465"/>
            <a:chOff x="9631384" y="430877"/>
            <a:chExt cx="1259960" cy="491055"/>
          </a:xfrm>
        </p:grpSpPr>
        <p:sp>
          <p:nvSpPr>
            <p:cNvPr id="134" name="Rectangle: Top Corners Rounded 17"/>
            <p:cNvSpPr/>
            <p:nvPr>
              <p:custDataLst>
                <p:tags r:id="rId77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5" name="Rectangle: Single Corner Rounded 18"/>
            <p:cNvSpPr/>
            <p:nvPr>
              <p:custDataLst>
                <p:tags r:id="rId78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6" name="Isosceles Triangle 19"/>
            <p:cNvSpPr/>
            <p:nvPr>
              <p:custDataLst>
                <p:tags r:id="rId79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7" name="TextBox 20"/>
            <p:cNvSpPr txBox="1"/>
            <p:nvPr>
              <p:custDataLst>
                <p:tags r:id="rId80"/>
              </p:custDataLst>
            </p:nvPr>
          </p:nvSpPr>
          <p:spPr>
            <a:xfrm>
              <a:off x="9631384" y="462972"/>
              <a:ext cx="803247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8" name="Group 16"/>
          <p:cNvGrpSpPr/>
          <p:nvPr/>
        </p:nvGrpSpPr>
        <p:grpSpPr>
          <a:xfrm>
            <a:off x="7035165" y="460375"/>
            <a:ext cx="2357120" cy="291465"/>
            <a:chOff x="9572029" y="430877"/>
            <a:chExt cx="1319315" cy="491055"/>
          </a:xfrm>
        </p:grpSpPr>
        <p:sp>
          <p:nvSpPr>
            <p:cNvPr id="139" name="Rectangle: Top Corners Rounded 17"/>
            <p:cNvSpPr/>
            <p:nvPr>
              <p:custDataLst>
                <p:tags r:id="rId81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旗舰店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0" name="Rectangle: Single Corner Rounded 18"/>
            <p:cNvSpPr/>
            <p:nvPr>
              <p:custDataLst>
                <p:tags r:id="rId82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1" name="Isosceles Triangle 19"/>
            <p:cNvSpPr/>
            <p:nvPr>
              <p:custDataLst>
                <p:tags r:id="rId83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2" name="TextBox 20"/>
            <p:cNvSpPr txBox="1"/>
            <p:nvPr>
              <p:custDataLst>
                <p:tags r:id="rId84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店铺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3" name="Group 16"/>
          <p:cNvGrpSpPr/>
          <p:nvPr/>
        </p:nvGrpSpPr>
        <p:grpSpPr>
          <a:xfrm>
            <a:off x="9300846" y="469900"/>
            <a:ext cx="2484119" cy="291465"/>
            <a:chOff x="9500946" y="430877"/>
            <a:chExt cx="1390398" cy="491055"/>
          </a:xfrm>
        </p:grpSpPr>
        <p:sp>
          <p:nvSpPr>
            <p:cNvPr id="144" name="Rectangle: Top Corners Rounded 17"/>
            <p:cNvSpPr/>
            <p:nvPr>
              <p:custDataLst>
                <p:tags r:id="rId85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货架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Rectangle: Single Corner Rounded 18"/>
            <p:cNvSpPr/>
            <p:nvPr>
              <p:custDataLst>
                <p:tags r:id="rId86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6" name="Isosceles Triangle 19"/>
            <p:cNvSpPr/>
            <p:nvPr>
              <p:custDataLst>
                <p:tags r:id="rId87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TextBox 20"/>
            <p:cNvSpPr txBox="1"/>
            <p:nvPr>
              <p:custDataLst>
                <p:tags r:id="rId88"/>
              </p:custDataLst>
            </p:nvPr>
          </p:nvSpPr>
          <p:spPr>
            <a:xfrm>
              <a:off x="9500946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业务单元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8" name="Group 16"/>
          <p:cNvGrpSpPr/>
          <p:nvPr/>
        </p:nvGrpSpPr>
        <p:grpSpPr>
          <a:xfrm>
            <a:off x="2441578" y="886460"/>
            <a:ext cx="2404742" cy="291465"/>
            <a:chOff x="9545374" y="430877"/>
            <a:chExt cx="1345970" cy="491055"/>
          </a:xfrm>
        </p:grpSpPr>
        <p:sp>
          <p:nvSpPr>
            <p:cNvPr id="149" name="Rectangle: Top Corners Rounded 17"/>
            <p:cNvSpPr/>
            <p:nvPr>
              <p:custDataLst>
                <p:tags r:id="rId89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Rectangle: Single Corner Rounded 18"/>
            <p:cNvSpPr/>
            <p:nvPr>
              <p:custDataLst>
                <p:tags r:id="rId90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Isosceles Triangle 19"/>
            <p:cNvSpPr/>
            <p:nvPr>
              <p:custDataLst>
                <p:tags r:id="rId91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TextBox 20"/>
            <p:cNvSpPr txBox="1"/>
            <p:nvPr>
              <p:custDataLst>
                <p:tags r:id="rId92"/>
              </p:custDataLst>
            </p:nvPr>
          </p:nvSpPr>
          <p:spPr>
            <a:xfrm>
              <a:off x="9545374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3" name="Group 16"/>
          <p:cNvGrpSpPr/>
          <p:nvPr/>
        </p:nvGrpSpPr>
        <p:grpSpPr>
          <a:xfrm>
            <a:off x="233685" y="1218565"/>
            <a:ext cx="2274565" cy="291465"/>
            <a:chOff x="9618236" y="430877"/>
            <a:chExt cx="1273108" cy="491055"/>
          </a:xfrm>
        </p:grpSpPr>
        <p:sp>
          <p:nvSpPr>
            <p:cNvPr id="154" name="Rectangle: Top Corners Rounded 17"/>
            <p:cNvSpPr/>
            <p:nvPr>
              <p:custDataLst>
                <p:tags r:id="rId9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Rectangle: Single Corner Rounded 18"/>
            <p:cNvSpPr/>
            <p:nvPr>
              <p:custDataLst>
                <p:tags r:id="rId9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6" name="Isosceles Triangle 19"/>
            <p:cNvSpPr/>
            <p:nvPr>
              <p:custDataLst>
                <p:tags r:id="rId9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7" name="TextBox 20"/>
            <p:cNvSpPr txBox="1"/>
            <p:nvPr>
              <p:custDataLst>
                <p:tags r:id="rId96"/>
              </p:custDataLst>
            </p:nvPr>
          </p:nvSpPr>
          <p:spPr>
            <a:xfrm>
              <a:off x="9618236" y="462972"/>
              <a:ext cx="75775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SKU: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9" name="文本框 158"/>
          <p:cNvSpPr txBox="1"/>
          <p:nvPr>
            <p:custDataLst>
              <p:tags r:id="rId97"/>
            </p:custDataLst>
          </p:nvPr>
        </p:nvSpPr>
        <p:spPr>
          <a:xfrm>
            <a:off x="273050" y="9836785"/>
            <a:ext cx="9204325" cy="36068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由月报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营销费用进度表下钻来的明细表：传入月份参数，默认显示全部部门数据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按月预算达成率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排序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160" name="表格 152"/>
          <p:cNvGraphicFramePr>
            <a:graphicFrameLocks noGrp="1"/>
          </p:cNvGraphicFramePr>
          <p:nvPr>
            <p:custDataLst>
              <p:tags r:id="rId98"/>
            </p:custDataLst>
          </p:nvPr>
        </p:nvGraphicFramePr>
        <p:xfrm>
          <a:off x="322580" y="10934065"/>
          <a:ext cx="11596370" cy="227139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056005"/>
                <a:gridCol w="1246505"/>
                <a:gridCol w="1174750"/>
                <a:gridCol w="1379220"/>
                <a:gridCol w="1247775"/>
                <a:gridCol w="1245235"/>
                <a:gridCol w="1149985"/>
                <a:gridCol w="1197610"/>
                <a:gridCol w="949960"/>
                <a:gridCol w="949325"/>
              </a:tblGrid>
              <a:tr h="36639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达人推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广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110%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市场公关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市场公关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运营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105%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30%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内部产品领用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产品推广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30%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内部产品领用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互动奖品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pSp>
        <p:nvGrpSpPr>
          <p:cNvPr id="161" name="Group 16"/>
          <p:cNvGrpSpPr/>
          <p:nvPr/>
        </p:nvGrpSpPr>
        <p:grpSpPr>
          <a:xfrm>
            <a:off x="190500" y="10197465"/>
            <a:ext cx="2357120" cy="291465"/>
            <a:chOff x="9572029" y="430877"/>
            <a:chExt cx="1319315" cy="491055"/>
          </a:xfrm>
        </p:grpSpPr>
        <p:sp>
          <p:nvSpPr>
            <p:cNvPr id="162" name="Rectangle: Top Corners Rounded 17"/>
            <p:cNvSpPr/>
            <p:nvPr>
              <p:custDataLst>
                <p:tags r:id="rId99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3" name="Rectangle: Single Corner Rounded 18"/>
            <p:cNvSpPr/>
            <p:nvPr>
              <p:custDataLst>
                <p:tags r:id="rId100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Isosceles Triangle 19"/>
            <p:cNvSpPr/>
            <p:nvPr>
              <p:custDataLst>
                <p:tags r:id="rId101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5" name="TextBox 20"/>
            <p:cNvSpPr txBox="1"/>
            <p:nvPr>
              <p:custDataLst>
                <p:tags r:id="rId102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6" name="文本框 165"/>
          <p:cNvSpPr txBox="1"/>
          <p:nvPr>
            <p:custDataLst>
              <p:tags r:id="rId103"/>
            </p:custDataLst>
          </p:nvPr>
        </p:nvSpPr>
        <p:spPr>
          <a:xfrm>
            <a:off x="322579" y="10558871"/>
            <a:ext cx="2904490" cy="38100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部门费用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7" name="Group 16"/>
          <p:cNvGrpSpPr/>
          <p:nvPr/>
        </p:nvGrpSpPr>
        <p:grpSpPr>
          <a:xfrm>
            <a:off x="2547620" y="10197420"/>
            <a:ext cx="2680879" cy="291465"/>
            <a:chOff x="9390816" y="430877"/>
            <a:chExt cx="1500528" cy="491055"/>
          </a:xfrm>
        </p:grpSpPr>
        <p:sp>
          <p:nvSpPr>
            <p:cNvPr id="168" name="Rectangle: Top Corners Rounded 17"/>
            <p:cNvSpPr/>
            <p:nvPr>
              <p:custDataLst>
                <p:tags r:id="rId10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9" name="Rectangle: Single Corner Rounded 18"/>
            <p:cNvSpPr/>
            <p:nvPr>
              <p:custDataLst>
                <p:tags r:id="rId10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Isosceles Triangle 19"/>
            <p:cNvSpPr/>
            <p:nvPr>
              <p:custDataLst>
                <p:tags r:id="rId10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1" name="TextBox 20"/>
            <p:cNvSpPr txBox="1"/>
            <p:nvPr>
              <p:custDataLst>
                <p:tags r:id="rId107"/>
              </p:custDataLst>
            </p:nvPr>
          </p:nvSpPr>
          <p:spPr>
            <a:xfrm>
              <a:off x="9390816" y="462972"/>
              <a:ext cx="913071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一级部门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2" name="Group 16"/>
          <p:cNvGrpSpPr/>
          <p:nvPr/>
        </p:nvGrpSpPr>
        <p:grpSpPr>
          <a:xfrm>
            <a:off x="5228499" y="10197420"/>
            <a:ext cx="2665003" cy="291465"/>
            <a:chOff x="9399702" y="430877"/>
            <a:chExt cx="1491642" cy="491055"/>
          </a:xfrm>
        </p:grpSpPr>
        <p:sp>
          <p:nvSpPr>
            <p:cNvPr id="173" name="Rectangle: Top Corners Rounded 17"/>
            <p:cNvSpPr/>
            <p:nvPr>
              <p:custDataLst>
                <p:tags r:id="rId10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Rectangle: Single Corner Rounded 18"/>
            <p:cNvSpPr/>
            <p:nvPr>
              <p:custDataLst>
                <p:tags r:id="rId10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5" name="Isosceles Triangle 19"/>
            <p:cNvSpPr/>
            <p:nvPr>
              <p:custDataLst>
                <p:tags r:id="rId11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7" name="TextBox 20"/>
            <p:cNvSpPr txBox="1"/>
            <p:nvPr>
              <p:custDataLst>
                <p:tags r:id="rId111"/>
              </p:custDataLst>
            </p:nvPr>
          </p:nvSpPr>
          <p:spPr>
            <a:xfrm>
              <a:off x="9399702" y="462972"/>
              <a:ext cx="913071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二级部门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TABLE_BEAUTIFY" val="smartTable{7d6b7533-8c40-450b-ba27-012110fcec64}"/>
  <p:tag name="KSO_WM_BEAUTIFY_FLAG" val=""/>
  <p:tag name="TABLE_ENDDRAG_ORIGIN_RECT" val="840*204"/>
  <p:tag name="TABLE_ENDDRAG_RECT" val="55*741*840*204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UNIT_TABLE_BEAUTIFY" val="smartTable{33c4d370-b23a-448e-9bd6-e2c8e38cdd14}"/>
  <p:tag name="KSO_WM_BEAUTIFY_FLAG" val=""/>
  <p:tag name="TABLE_ENDDRAG_ORIGIN_RECT" val="839*231"/>
  <p:tag name="TABLE_ENDDRAG_RECT" val="56*983*839*231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TABLE_BEAUTIFY" val="smartTable{00f74c0f-22a1-4f9b-adad-b0275d34ab8a}"/>
  <p:tag name="KSO_WM_BEAUTIFY_FLAG" val=""/>
  <p:tag name="TABLE_ENDDRAG_ORIGIN_RECT" val="851*312"/>
  <p:tag name="TABLE_ENDDRAG_RECT" val="60*2522*851*312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TABLE_BEAUTIFY" val="smartTable{94865223-e263-44f4-acf9-bd7a095737f8}"/>
  <p:tag name="KSO_WM_BEAUTIFY_FLAG" val=""/>
  <p:tag name="TABLE_ENDDRAG_ORIGIN_RECT" val="848*191"/>
  <p:tag name="TABLE_ENDDRAG_RECT" val="54*2299*848*191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UNIT_TABLE_BEAUTIFY" val="smartTable{49cde54d-4dd4-4222-8803-f924d908cc99}"/>
  <p:tag name="KSO_WM_BEAUTIFY_FLAG" val=""/>
  <p:tag name="TABLE_ENDDRAG_ORIGIN_RECT" val="409*217"/>
  <p:tag name="TABLE_ENDDRAG_RECT" val="55*1557*409*217"/>
</p:tagLst>
</file>

<file path=ppt/tags/tag126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4*216"/>
  <p:tag name="TABLE_ENDDRAG_RECT" val="476*1558*434*216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TABLE_BEAUTIFY" val="smartTable{8e8a237b-15c3-449b-8049-26dbbfe4266e}"/>
  <p:tag name="KSO_WM_BEAUTIFY_FLAG" val=""/>
  <p:tag name="TABLE_ENDDRAG_ORIGIN_RECT" val="851*293"/>
  <p:tag name="TABLE_ENDDRAG_RECT" val="60*2873*851*293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UNIT_TABLE_BEAUTIFY" val="smartTable{d74ea9c4-f10a-46e5-838d-386c4c697a8c}"/>
  <p:tag name="KSO_WM_BEAUTIFY_FLAG" val=""/>
  <p:tag name="TABLE_ENDDRAG_ORIGIN_RECT" val="843*203"/>
  <p:tag name="TABLE_ENDDRAG_RECT" val="59*991*843*203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UNIT_TABLE_BEAUTIFY" val="smartTable{8901fad2-15d1-4389-b5e7-afcf5e628dc4}"/>
  <p:tag name="KSO_WM_BEAUTIFY_FLAG" val=""/>
  <p:tag name="TABLE_ENDDRAG_ORIGIN_RECT" val="856*330"/>
  <p:tag name="TABLE_ENDDRAG_RECT" val="59*2865*856*330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UNIT_TABLE_BEAUTIFY" val="smartTable{0fffcdce-c96b-437b-b0ba-8f82b6d53eda}"/>
  <p:tag name="KSO_WM_BEAUTIFY_FLAG" val=""/>
  <p:tag name="TABLE_ENDDRAG_ORIGIN_RECT" val="855*228"/>
  <p:tag name="TABLE_ENDDRAG_RECT" val="56*2602*855*228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2*216"/>
  <p:tag name="TABLE_ENDDRAG_RECT" val="58*1829*402*216"/>
</p:tagLst>
</file>

<file path=ppt/tags/tag303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8*215"/>
  <p:tag name="TABLE_ENDDRAG_RECT" val="473*1830*438*215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UNIT_TABLE_BEAUTIFY" val="smartTable{eb391df4-7d71-446d-9d7e-cad32c4b8c5e}"/>
  <p:tag name="KSO_WM_BEAUTIFY_FLAG" val=""/>
  <p:tag name="TABLE_ENDDRAG_ORIGIN_RECT" val="856*314"/>
  <p:tag name="TABLE_ENDDRAG_RECT" val="59*3248*856*314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UNIT_TABLE_BEAUTIFY" val="smartTable{36b4773e-22a0-4ed9-b8b2-97abaa000c74}"/>
  <p:tag name="KSO_WM_BEAUTIFY_FLAG" val=""/>
  <p:tag name="TABLE_ENDDRAG_ORIGIN_RECT" val="842*244"/>
  <p:tag name="TABLE_ENDDRAG_RECT" val="60*1263*842*244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70.xml><?xml version="1.0" encoding="utf-8"?>
<p:tagLst xmlns:p="http://schemas.openxmlformats.org/presentationml/2006/main">
  <p:tag name="KSO_WM_UNIT_TABLE_BEAUTIFY" val="smartTable{6e4b6537-50a5-4af4-8037-c7f4e7dcdc16}"/>
  <p:tag name="KSO_WM_BEAUTIFY_FLAG" val=""/>
  <p:tag name="TABLE_ENDDRAG_ORIGIN_RECT" val="904*210"/>
  <p:tag name="TABLE_ENDDRAG_RECT" val="28*172*904*210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UNIT_TABLE_BEAUTIFY" val="smartTable{92e0e7f5-3cc8-4ec1-a842-6d6bc13bc16f}"/>
  <p:tag name="KSO_WM_BEAUTIFY_FLAG" val=""/>
  <p:tag name="TABLE_ENDDRAG_ORIGIN_RECT" val="908*212"/>
  <p:tag name="TABLE_ENDDRAG_RECT" val="27*548*908*212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UNIT_TABLE_BEAUTIFY" val="smartTable{ebe3757e-6feb-4943-84ba-596d3204a034}"/>
  <p:tag name="KSO_WM_BEAUTIFY_FLAG" val=""/>
  <p:tag name="TABLE_ENDDRAG_ORIGIN_RECT" val="913*178"/>
  <p:tag name="TABLE_ENDDRAG_RECT" val="23*717*913*178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82.xml><?xml version="1.0" encoding="utf-8"?>
<p:tagLst xmlns:p="http://schemas.openxmlformats.org/presentationml/2006/main">
  <p:tag name="COMMONDATA" val="eyJoZGlkIjoiYzY2NTI5NTMwM2Q1MDRiNWRjZWQ0ZDFkZDAzNzU0OTMifQ=="/>
  <p:tag name="KSO_WPP_MARK_KEY" val="d579cc8d-8717-4b42-8b51-267267e266f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7347</Words>
  <Application>WPS Office WWO_feishu_20230110121033-3971878c96</Application>
  <PresentationFormat>自定义</PresentationFormat>
  <Paragraphs>2456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汉仪旗黑KW 55S</vt:lpstr>
      <vt:lpstr>LarkHackSafariFont</vt:lpstr>
      <vt:lpstr>华文楷体</vt:lpstr>
      <vt:lpstr>仿宋</vt:lpstr>
      <vt:lpstr>汉仪书宋二KW</vt:lpstr>
      <vt:lpstr>汉仪楷体KW</vt:lpstr>
      <vt:lpstr>汉仪仿宋KW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陈炜</dc:creator>
  <cp:lastModifiedBy>ZT </cp:lastModifiedBy>
  <dcterms:created xsi:type="dcterms:W3CDTF">2023-08-15T11:21:06Z</dcterms:created>
  <dcterms:modified xsi:type="dcterms:W3CDTF">2023-08-15T11:21:06Z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3942B661B43846C596F0308235203594_13</vt:lpwstr>
  </property>
</Properties>
</file>